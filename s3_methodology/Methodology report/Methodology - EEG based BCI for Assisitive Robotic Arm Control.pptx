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312" r:id="rId2"/>
    <p:sldId id="315" r:id="rId3"/>
    <p:sldId id="346" r:id="rId4"/>
    <p:sldId id="347" r:id="rId5"/>
    <p:sldId id="348" r:id="rId6"/>
    <p:sldId id="349" r:id="rId7"/>
    <p:sldId id="350" r:id="rId8"/>
    <p:sldId id="351" r:id="rId9"/>
    <p:sldId id="352" r:id="rId10"/>
    <p:sldId id="353" r:id="rId11"/>
    <p:sldId id="354" r:id="rId12"/>
    <p:sldId id="355" r:id="rId13"/>
  </p:sldIdLst>
  <p:sldSz cx="12192000" cy="6858000"/>
  <p:notesSz cx="6797675" cy="9926638"/>
  <p:custShowLst>
    <p:custShow name="Zielgruppenpräsentation 1" id="0">
      <p:sldLst>
        <p:sld r:id="rId2"/>
        <p:sld r:id="rId3"/>
        <p:sld r:id="rId4"/>
      </p:sldLst>
    </p:custShow>
  </p:custShowLst>
  <p:custDataLst>
    <p:tags r:id="rId16"/>
  </p:custData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47" userDrawn="1">
          <p15:clr>
            <a:srgbClr val="A4A3A4"/>
          </p15:clr>
        </p15:guide>
        <p15:guide id="3" orient="horz" pos="187" userDrawn="1">
          <p15:clr>
            <a:srgbClr val="A4A3A4"/>
          </p15:clr>
        </p15:guide>
        <p15:guide id="4" orient="horz" pos="377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 " initials="" lastIdx="1" clrIdx="0">
    <p:extLst>
      <p:ext uri="{19B8F6BF-5375-455C-9EA6-DF929625EA0E}">
        <p15:presenceInfo xmlns:p15="http://schemas.microsoft.com/office/powerpoint/2012/main" userId=" 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A4273"/>
    <a:srgbClr val="009F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868" autoAdjust="0"/>
    <p:restoredTop sz="94664" autoAdjust="0"/>
  </p:normalViewPr>
  <p:slideViewPr>
    <p:cSldViewPr snapToGrid="0" showGuides="1">
      <p:cViewPr varScale="1">
        <p:scale>
          <a:sx n="70" d="100"/>
          <a:sy n="70" d="100"/>
        </p:scale>
        <p:origin x="428" y="52"/>
      </p:cViewPr>
      <p:guideLst>
        <p:guide pos="347"/>
        <p:guide orient="horz" pos="187"/>
        <p:guide orient="horz" pos="377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tags" Target="tags/tag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030CBB-C20E-4188-A25A-5B2484FD4627}" type="datetimeFigureOut">
              <a:rPr lang="de-DE" smtClean="0"/>
              <a:t>15.05.2026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945659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50443" y="9429750"/>
            <a:ext cx="2945659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600B71-33AA-47B9-AF3D-030E02AA07B1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9330813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AF5B8A-E857-441B-B26C-91E2ED861DAE}" type="datetimeFigureOut">
              <a:rPr lang="de-DE" smtClean="0"/>
              <a:t>15.05.2026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428585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50443" y="9428585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F3FE92-1802-41EE-B167-409214DF4AFE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027723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Bildplatzhalter 11"/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3429000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1600">
                <a:latin typeface="AvantGarde Bk BT" panose="020B0402020202020204" pitchFamily="34" charset="0"/>
              </a:defRPr>
            </a:lvl1pPr>
          </a:lstStyle>
          <a:p>
            <a:endParaRPr lang="de-DE" dirty="0"/>
          </a:p>
        </p:txBody>
      </p:sp>
      <p:sp>
        <p:nvSpPr>
          <p:cNvPr id="10" name="Inhaltsplatzhalter 9"/>
          <p:cNvSpPr>
            <a:spLocks noGrp="1"/>
          </p:cNvSpPr>
          <p:nvPr>
            <p:ph sz="quarter" idx="10" hasCustomPrompt="1"/>
          </p:nvPr>
        </p:nvSpPr>
        <p:spPr>
          <a:xfrm>
            <a:off x="515937" y="549276"/>
            <a:ext cx="11160125" cy="1057334"/>
          </a:xfrm>
        </p:spPr>
        <p:txBody>
          <a:bodyPr/>
          <a:lstStyle>
            <a:lvl1pPr marL="0" indent="0">
              <a:buNone/>
              <a:defRPr baseline="0">
                <a:solidFill>
                  <a:schemeClr val="bg1"/>
                </a:solidFill>
                <a:latin typeface="AvantGarde Bk BT" panose="020B0402020202020204" pitchFamily="34" charset="0"/>
                <a:ea typeface="Verdana" panose="020B0604030504040204" pitchFamily="34" charset="0"/>
              </a:defRPr>
            </a:lvl1pPr>
            <a:lvl2pPr>
              <a:defRPr>
                <a:latin typeface="AvantGarde Bk BT" panose="020B0402020202020204" pitchFamily="34" charset="0"/>
                <a:ea typeface="Verdana" panose="020B0604030504040204" pitchFamily="34" charset="0"/>
              </a:defRPr>
            </a:lvl2pPr>
            <a:lvl3pPr>
              <a:defRPr>
                <a:latin typeface="AvantGarde Bk BT" panose="020B0402020202020204" pitchFamily="34" charset="0"/>
                <a:ea typeface="Verdana" panose="020B0604030504040204" pitchFamily="34" charset="0"/>
              </a:defRPr>
            </a:lvl3pPr>
            <a:lvl4pPr>
              <a:defRPr>
                <a:latin typeface="AvantGarde Bk BT" panose="020B0402020202020204" pitchFamily="34" charset="0"/>
                <a:ea typeface="Verdana" panose="020B0604030504040204" pitchFamily="34" charset="0"/>
              </a:defRPr>
            </a:lvl4pPr>
            <a:lvl5pPr>
              <a:defRPr>
                <a:latin typeface="AvantGarde Bk BT" panose="020B0402020202020204" pitchFamily="34" charset="0"/>
                <a:ea typeface="Verdana" panose="020B0604030504040204" pitchFamily="34" charset="0"/>
              </a:defRPr>
            </a:lvl5pPr>
          </a:lstStyle>
          <a:p>
            <a:pPr lvl="0"/>
            <a:r>
              <a:rPr lang="de-DE" dirty="0"/>
              <a:t>FARBIGE ÜBERSCHRIFT</a:t>
            </a:r>
          </a:p>
          <a:p>
            <a:pPr lvl="0"/>
            <a:r>
              <a:rPr lang="de-DE" dirty="0"/>
              <a:t>NICHT FARBIGE ÜBERSCHRIFT</a:t>
            </a:r>
          </a:p>
        </p:txBody>
      </p:sp>
      <p:pic>
        <p:nvPicPr>
          <p:cNvPr id="3" name="Grafik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030" y="6233527"/>
            <a:ext cx="1535053" cy="149501"/>
          </a:xfrm>
          <a:prstGeom prst="rect">
            <a:avLst/>
          </a:prstGeom>
        </p:spPr>
      </p:pic>
      <p:pic>
        <p:nvPicPr>
          <p:cNvPr id="2" name="Grafik 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48814" y="424812"/>
            <a:ext cx="1427248" cy="248925"/>
          </a:xfrm>
          <a:prstGeom prst="rect">
            <a:avLst/>
          </a:prstGeom>
        </p:spPr>
      </p:pic>
      <p:sp>
        <p:nvSpPr>
          <p:cNvPr id="5" name="Textplatzhalter 4"/>
          <p:cNvSpPr>
            <a:spLocks noGrp="1"/>
          </p:cNvSpPr>
          <p:nvPr>
            <p:ph type="body" sz="quarter" idx="12"/>
          </p:nvPr>
        </p:nvSpPr>
        <p:spPr>
          <a:xfrm>
            <a:off x="515938" y="3546475"/>
            <a:ext cx="11160125" cy="2687052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>
              <a:defRPr sz="1400"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>
              <a:defRPr sz="1400"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>
              <a:defRPr sz="1400"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>
              <a:defRPr sz="1400">
                <a:latin typeface="Verdana" panose="020B0604030504040204" pitchFamily="34" charset="0"/>
                <a:ea typeface="Verdana" panose="020B0604030504040204" pitchFamily="34" charset="0"/>
              </a:defRPr>
            </a:lvl5pPr>
          </a:lstStyle>
          <a:p>
            <a:pPr lvl="0"/>
            <a:endParaRPr lang="de-DE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3"/>
          </p:nvPr>
        </p:nvSpPr>
        <p:spPr/>
        <p:txBody>
          <a:bodyPr/>
          <a:lstStyle>
            <a:lvl1pPr>
              <a:defRPr sz="1400" baseline="0"/>
            </a:lvl1pPr>
          </a:lstStyle>
          <a:p>
            <a:fld id="{351A0EE1-B564-4BC7-9F42-429FBA12ED94}" type="datetime1">
              <a:rPr lang="de-DE" smtClean="0"/>
              <a:t>15.05.2026</a:t>
            </a:fld>
            <a:endParaRPr lang="de-DE" dirty="0"/>
          </a:p>
        </p:txBody>
      </p:sp>
      <p:sp>
        <p:nvSpPr>
          <p:cNvPr id="8" name="Foliennummernplatzhalter 7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5FEBB84-A833-4D9F-8E64-647D4209DE1B}" type="slidenum">
              <a:rPr lang="de-DE" smtClean="0"/>
              <a:t>‹#›</a:t>
            </a:fld>
            <a:endParaRPr lang="de-DE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AC7CB40-519A-D823-0B96-51CC0A638C93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394583" y="32170"/>
            <a:ext cx="2797416" cy="799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65160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pos="7355" userDrawn="1">
          <p15:clr>
            <a:srgbClr val="FBAE40"/>
          </p15:clr>
        </p15:guide>
        <p15:guide id="3" pos="325" userDrawn="1">
          <p15:clr>
            <a:srgbClr val="FBAE40"/>
          </p15:clr>
        </p15:guide>
        <p15:guide id="4" orient="horz" pos="4156" userDrawn="1">
          <p15:clr>
            <a:srgbClr val="FBAE40"/>
          </p15:clr>
        </p15:guide>
        <p15:guide id="5" orient="horz" pos="3974" userDrawn="1">
          <p15:clr>
            <a:srgbClr val="FBAE40"/>
          </p15:clr>
        </p15:guide>
        <p15:guide id="6" orient="horz" pos="346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Formatvorlagen des Textmasters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4B24A7-BDE8-4B7F-93C3-66196B90EB91}" type="datetime1">
              <a:rPr lang="de-DE" smtClean="0"/>
              <a:t>15.05.2026</a:t>
            </a:fld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FEBB84-A833-4D9F-8E64-647D4209DE1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582504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029" b="-1"/>
          <a:stretch/>
        </p:blipFill>
        <p:spPr>
          <a:xfrm>
            <a:off x="0" y="0"/>
            <a:ext cx="12192000" cy="5768501"/>
          </a:xfrm>
          <a:prstGeom prst="rect">
            <a:avLst/>
          </a:prstGeom>
        </p:spPr>
      </p:pic>
      <p:sp>
        <p:nvSpPr>
          <p:cNvPr id="10" name="Rechteck 9"/>
          <p:cNvSpPr/>
          <p:nvPr/>
        </p:nvSpPr>
        <p:spPr>
          <a:xfrm>
            <a:off x="0" y="0"/>
            <a:ext cx="12192000" cy="5768502"/>
          </a:xfrm>
          <a:prstGeom prst="rect">
            <a:avLst/>
          </a:prstGeom>
          <a:solidFill>
            <a:srgbClr val="1A427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4" name="Rechteck 3"/>
          <p:cNvSpPr/>
          <p:nvPr/>
        </p:nvSpPr>
        <p:spPr>
          <a:xfrm>
            <a:off x="515938" y="1648501"/>
            <a:ext cx="5620167" cy="863891"/>
          </a:xfrm>
          <a:custGeom>
            <a:avLst/>
            <a:gdLst>
              <a:gd name="connsiteX0" fmla="*/ 0 w 1856326"/>
              <a:gd name="connsiteY0" fmla="*/ 0 h 399630"/>
              <a:gd name="connsiteX1" fmla="*/ 1856326 w 1856326"/>
              <a:gd name="connsiteY1" fmla="*/ 0 h 399630"/>
              <a:gd name="connsiteX2" fmla="*/ 1856326 w 1856326"/>
              <a:gd name="connsiteY2" fmla="*/ 399630 h 399630"/>
              <a:gd name="connsiteX3" fmla="*/ 0 w 1856326"/>
              <a:gd name="connsiteY3" fmla="*/ 399630 h 399630"/>
              <a:gd name="connsiteX4" fmla="*/ 0 w 1856326"/>
              <a:gd name="connsiteY4" fmla="*/ 0 h 399630"/>
              <a:gd name="connsiteX0" fmla="*/ 69011 w 1925337"/>
              <a:gd name="connsiteY0" fmla="*/ 0 h 434136"/>
              <a:gd name="connsiteX1" fmla="*/ 1925337 w 1925337"/>
              <a:gd name="connsiteY1" fmla="*/ 0 h 434136"/>
              <a:gd name="connsiteX2" fmla="*/ 1925337 w 1925337"/>
              <a:gd name="connsiteY2" fmla="*/ 399630 h 434136"/>
              <a:gd name="connsiteX3" fmla="*/ 0 w 1925337"/>
              <a:gd name="connsiteY3" fmla="*/ 434136 h 434136"/>
              <a:gd name="connsiteX4" fmla="*/ 69011 w 1925337"/>
              <a:gd name="connsiteY4" fmla="*/ 0 h 434136"/>
              <a:gd name="connsiteX0" fmla="*/ 163901 w 1925337"/>
              <a:gd name="connsiteY0" fmla="*/ 0 h 477269"/>
              <a:gd name="connsiteX1" fmla="*/ 1925337 w 1925337"/>
              <a:gd name="connsiteY1" fmla="*/ 43133 h 477269"/>
              <a:gd name="connsiteX2" fmla="*/ 1925337 w 1925337"/>
              <a:gd name="connsiteY2" fmla="*/ 442763 h 477269"/>
              <a:gd name="connsiteX3" fmla="*/ 0 w 1925337"/>
              <a:gd name="connsiteY3" fmla="*/ 477269 h 477269"/>
              <a:gd name="connsiteX4" fmla="*/ 163901 w 1925337"/>
              <a:gd name="connsiteY4" fmla="*/ 0 h 477269"/>
              <a:gd name="connsiteX0" fmla="*/ 163901 w 1925337"/>
              <a:gd name="connsiteY0" fmla="*/ 112143 h 589412"/>
              <a:gd name="connsiteX1" fmla="*/ 1925337 w 1925337"/>
              <a:gd name="connsiteY1" fmla="*/ 0 h 589412"/>
              <a:gd name="connsiteX2" fmla="*/ 1925337 w 1925337"/>
              <a:gd name="connsiteY2" fmla="*/ 554906 h 589412"/>
              <a:gd name="connsiteX3" fmla="*/ 0 w 1925337"/>
              <a:gd name="connsiteY3" fmla="*/ 589412 h 589412"/>
              <a:gd name="connsiteX4" fmla="*/ 163901 w 1925337"/>
              <a:gd name="connsiteY4" fmla="*/ 112143 h 589412"/>
              <a:gd name="connsiteX0" fmla="*/ 163901 w 1925337"/>
              <a:gd name="connsiteY0" fmla="*/ 0 h 477269"/>
              <a:gd name="connsiteX1" fmla="*/ 1804567 w 1925337"/>
              <a:gd name="connsiteY1" fmla="*/ 0 h 477269"/>
              <a:gd name="connsiteX2" fmla="*/ 1925337 w 1925337"/>
              <a:gd name="connsiteY2" fmla="*/ 442763 h 477269"/>
              <a:gd name="connsiteX3" fmla="*/ 0 w 1925337"/>
              <a:gd name="connsiteY3" fmla="*/ 477269 h 477269"/>
              <a:gd name="connsiteX4" fmla="*/ 163901 w 1925337"/>
              <a:gd name="connsiteY4" fmla="*/ 0 h 477269"/>
              <a:gd name="connsiteX0" fmla="*/ 155275 w 1925337"/>
              <a:gd name="connsiteY0" fmla="*/ 69011 h 477269"/>
              <a:gd name="connsiteX1" fmla="*/ 1804567 w 1925337"/>
              <a:gd name="connsiteY1" fmla="*/ 0 h 477269"/>
              <a:gd name="connsiteX2" fmla="*/ 1925337 w 1925337"/>
              <a:gd name="connsiteY2" fmla="*/ 442763 h 477269"/>
              <a:gd name="connsiteX3" fmla="*/ 0 w 1925337"/>
              <a:gd name="connsiteY3" fmla="*/ 477269 h 477269"/>
              <a:gd name="connsiteX4" fmla="*/ 155275 w 1925337"/>
              <a:gd name="connsiteY4" fmla="*/ 69011 h 477269"/>
              <a:gd name="connsiteX0" fmla="*/ 94890 w 1864952"/>
              <a:gd name="connsiteY0" fmla="*/ 69011 h 451390"/>
              <a:gd name="connsiteX1" fmla="*/ 1744182 w 1864952"/>
              <a:gd name="connsiteY1" fmla="*/ 0 h 451390"/>
              <a:gd name="connsiteX2" fmla="*/ 1864952 w 1864952"/>
              <a:gd name="connsiteY2" fmla="*/ 442763 h 451390"/>
              <a:gd name="connsiteX3" fmla="*/ 0 w 1864952"/>
              <a:gd name="connsiteY3" fmla="*/ 451390 h 451390"/>
              <a:gd name="connsiteX4" fmla="*/ 94890 w 1864952"/>
              <a:gd name="connsiteY4" fmla="*/ 69011 h 451390"/>
              <a:gd name="connsiteX0" fmla="*/ 94890 w 1830446"/>
              <a:gd name="connsiteY0" fmla="*/ 69011 h 494522"/>
              <a:gd name="connsiteX1" fmla="*/ 1744182 w 1830446"/>
              <a:gd name="connsiteY1" fmla="*/ 0 h 494522"/>
              <a:gd name="connsiteX2" fmla="*/ 1830446 w 1830446"/>
              <a:gd name="connsiteY2" fmla="*/ 494522 h 494522"/>
              <a:gd name="connsiteX3" fmla="*/ 0 w 1830446"/>
              <a:gd name="connsiteY3" fmla="*/ 451390 h 494522"/>
              <a:gd name="connsiteX4" fmla="*/ 94890 w 1830446"/>
              <a:gd name="connsiteY4" fmla="*/ 69011 h 494522"/>
              <a:gd name="connsiteX0" fmla="*/ 94890 w 2770725"/>
              <a:gd name="connsiteY0" fmla="*/ 8626 h 434137"/>
              <a:gd name="connsiteX1" fmla="*/ 2770725 w 2770725"/>
              <a:gd name="connsiteY1" fmla="*/ 0 h 434137"/>
              <a:gd name="connsiteX2" fmla="*/ 1830446 w 2770725"/>
              <a:gd name="connsiteY2" fmla="*/ 434137 h 434137"/>
              <a:gd name="connsiteX3" fmla="*/ 0 w 2770725"/>
              <a:gd name="connsiteY3" fmla="*/ 391005 h 434137"/>
              <a:gd name="connsiteX4" fmla="*/ 94890 w 2770725"/>
              <a:gd name="connsiteY4" fmla="*/ 8626 h 434137"/>
              <a:gd name="connsiteX0" fmla="*/ 94890 w 2839736"/>
              <a:gd name="connsiteY0" fmla="*/ 8626 h 408257"/>
              <a:gd name="connsiteX1" fmla="*/ 2770725 w 2839736"/>
              <a:gd name="connsiteY1" fmla="*/ 0 h 408257"/>
              <a:gd name="connsiteX2" fmla="*/ 2839736 w 2839736"/>
              <a:gd name="connsiteY2" fmla="*/ 408257 h 408257"/>
              <a:gd name="connsiteX3" fmla="*/ 0 w 2839736"/>
              <a:gd name="connsiteY3" fmla="*/ 391005 h 408257"/>
              <a:gd name="connsiteX4" fmla="*/ 94890 w 2839736"/>
              <a:gd name="connsiteY4" fmla="*/ 8626 h 408257"/>
              <a:gd name="connsiteX0" fmla="*/ 94890 w 2822484"/>
              <a:gd name="connsiteY0" fmla="*/ 8626 h 442763"/>
              <a:gd name="connsiteX1" fmla="*/ 2770725 w 2822484"/>
              <a:gd name="connsiteY1" fmla="*/ 0 h 442763"/>
              <a:gd name="connsiteX2" fmla="*/ 2822484 w 2822484"/>
              <a:gd name="connsiteY2" fmla="*/ 442763 h 442763"/>
              <a:gd name="connsiteX3" fmla="*/ 0 w 2822484"/>
              <a:gd name="connsiteY3" fmla="*/ 391005 h 442763"/>
              <a:gd name="connsiteX4" fmla="*/ 94890 w 2822484"/>
              <a:gd name="connsiteY4" fmla="*/ 8626 h 442763"/>
              <a:gd name="connsiteX0" fmla="*/ 94890 w 2822484"/>
              <a:gd name="connsiteY0" fmla="*/ 8626 h 442763"/>
              <a:gd name="connsiteX1" fmla="*/ 2770725 w 2822484"/>
              <a:gd name="connsiteY1" fmla="*/ 0 h 442763"/>
              <a:gd name="connsiteX2" fmla="*/ 2822484 w 2822484"/>
              <a:gd name="connsiteY2" fmla="*/ 442763 h 442763"/>
              <a:gd name="connsiteX3" fmla="*/ 0 w 2822484"/>
              <a:gd name="connsiteY3" fmla="*/ 382378 h 442763"/>
              <a:gd name="connsiteX4" fmla="*/ 94890 w 2822484"/>
              <a:gd name="connsiteY4" fmla="*/ 8626 h 442763"/>
              <a:gd name="connsiteX0" fmla="*/ 94890 w 2796605"/>
              <a:gd name="connsiteY0" fmla="*/ 8626 h 434137"/>
              <a:gd name="connsiteX1" fmla="*/ 2770725 w 2796605"/>
              <a:gd name="connsiteY1" fmla="*/ 0 h 434137"/>
              <a:gd name="connsiteX2" fmla="*/ 2796605 w 2796605"/>
              <a:gd name="connsiteY2" fmla="*/ 434137 h 434137"/>
              <a:gd name="connsiteX3" fmla="*/ 0 w 2796605"/>
              <a:gd name="connsiteY3" fmla="*/ 382378 h 434137"/>
              <a:gd name="connsiteX4" fmla="*/ 94890 w 2796605"/>
              <a:gd name="connsiteY4" fmla="*/ 8626 h 434137"/>
              <a:gd name="connsiteX0" fmla="*/ 94890 w 2796605"/>
              <a:gd name="connsiteY0" fmla="*/ 0 h 425511"/>
              <a:gd name="connsiteX1" fmla="*/ 2572318 w 2796605"/>
              <a:gd name="connsiteY1" fmla="*/ 0 h 425511"/>
              <a:gd name="connsiteX2" fmla="*/ 2796605 w 2796605"/>
              <a:gd name="connsiteY2" fmla="*/ 425511 h 425511"/>
              <a:gd name="connsiteX3" fmla="*/ 0 w 2796605"/>
              <a:gd name="connsiteY3" fmla="*/ 373752 h 425511"/>
              <a:gd name="connsiteX4" fmla="*/ 94890 w 2796605"/>
              <a:gd name="connsiteY4" fmla="*/ 0 h 425511"/>
              <a:gd name="connsiteX0" fmla="*/ 94890 w 2649956"/>
              <a:gd name="connsiteY0" fmla="*/ 0 h 391005"/>
              <a:gd name="connsiteX1" fmla="*/ 2572318 w 2649956"/>
              <a:gd name="connsiteY1" fmla="*/ 0 h 391005"/>
              <a:gd name="connsiteX2" fmla="*/ 2649956 w 2649956"/>
              <a:gd name="connsiteY2" fmla="*/ 391005 h 391005"/>
              <a:gd name="connsiteX3" fmla="*/ 0 w 2649956"/>
              <a:gd name="connsiteY3" fmla="*/ 373752 h 391005"/>
              <a:gd name="connsiteX4" fmla="*/ 94890 w 2649956"/>
              <a:gd name="connsiteY4" fmla="*/ 0 h 391005"/>
              <a:gd name="connsiteX0" fmla="*/ 43132 w 2598198"/>
              <a:gd name="connsiteY0" fmla="*/ 0 h 408257"/>
              <a:gd name="connsiteX1" fmla="*/ 2520560 w 2598198"/>
              <a:gd name="connsiteY1" fmla="*/ 0 h 408257"/>
              <a:gd name="connsiteX2" fmla="*/ 2598198 w 2598198"/>
              <a:gd name="connsiteY2" fmla="*/ 391005 h 408257"/>
              <a:gd name="connsiteX3" fmla="*/ 0 w 2598198"/>
              <a:gd name="connsiteY3" fmla="*/ 408257 h 408257"/>
              <a:gd name="connsiteX4" fmla="*/ 43132 w 2598198"/>
              <a:gd name="connsiteY4" fmla="*/ 0 h 408257"/>
              <a:gd name="connsiteX0" fmla="*/ 43132 w 2960508"/>
              <a:gd name="connsiteY0" fmla="*/ 8626 h 416883"/>
              <a:gd name="connsiteX1" fmla="*/ 2960508 w 2960508"/>
              <a:gd name="connsiteY1" fmla="*/ 0 h 416883"/>
              <a:gd name="connsiteX2" fmla="*/ 2598198 w 2960508"/>
              <a:gd name="connsiteY2" fmla="*/ 399631 h 416883"/>
              <a:gd name="connsiteX3" fmla="*/ 0 w 2960508"/>
              <a:gd name="connsiteY3" fmla="*/ 416883 h 416883"/>
              <a:gd name="connsiteX4" fmla="*/ 43132 w 2960508"/>
              <a:gd name="connsiteY4" fmla="*/ 8626 h 416883"/>
              <a:gd name="connsiteX0" fmla="*/ 43132 w 2960508"/>
              <a:gd name="connsiteY0" fmla="*/ 8626 h 416883"/>
              <a:gd name="connsiteX1" fmla="*/ 2960508 w 2960508"/>
              <a:gd name="connsiteY1" fmla="*/ 0 h 416883"/>
              <a:gd name="connsiteX2" fmla="*/ 2882870 w 2960508"/>
              <a:gd name="connsiteY2" fmla="*/ 408257 h 416883"/>
              <a:gd name="connsiteX3" fmla="*/ 0 w 2960508"/>
              <a:gd name="connsiteY3" fmla="*/ 416883 h 416883"/>
              <a:gd name="connsiteX4" fmla="*/ 43132 w 2960508"/>
              <a:gd name="connsiteY4" fmla="*/ 8626 h 416883"/>
              <a:gd name="connsiteX0" fmla="*/ 0 w 2995014"/>
              <a:gd name="connsiteY0" fmla="*/ 25879 h 416883"/>
              <a:gd name="connsiteX1" fmla="*/ 2995014 w 2995014"/>
              <a:gd name="connsiteY1" fmla="*/ 0 h 416883"/>
              <a:gd name="connsiteX2" fmla="*/ 2917376 w 2995014"/>
              <a:gd name="connsiteY2" fmla="*/ 408257 h 416883"/>
              <a:gd name="connsiteX3" fmla="*/ 34506 w 2995014"/>
              <a:gd name="connsiteY3" fmla="*/ 416883 h 416883"/>
              <a:gd name="connsiteX4" fmla="*/ 0 w 2995014"/>
              <a:gd name="connsiteY4" fmla="*/ 25879 h 416883"/>
              <a:gd name="connsiteX0" fmla="*/ 0 w 2995014"/>
              <a:gd name="connsiteY0" fmla="*/ 25879 h 416883"/>
              <a:gd name="connsiteX1" fmla="*/ 2995014 w 2995014"/>
              <a:gd name="connsiteY1" fmla="*/ 0 h 416883"/>
              <a:gd name="connsiteX2" fmla="*/ 2917376 w 2995014"/>
              <a:gd name="connsiteY2" fmla="*/ 408257 h 416883"/>
              <a:gd name="connsiteX3" fmla="*/ 60385 w 2995014"/>
              <a:gd name="connsiteY3" fmla="*/ 416883 h 416883"/>
              <a:gd name="connsiteX4" fmla="*/ 0 w 2995014"/>
              <a:gd name="connsiteY4" fmla="*/ 25879 h 416883"/>
              <a:gd name="connsiteX0" fmla="*/ 25879 w 3020893"/>
              <a:gd name="connsiteY0" fmla="*/ 25879 h 434136"/>
              <a:gd name="connsiteX1" fmla="*/ 3020893 w 3020893"/>
              <a:gd name="connsiteY1" fmla="*/ 0 h 434136"/>
              <a:gd name="connsiteX2" fmla="*/ 2943255 w 3020893"/>
              <a:gd name="connsiteY2" fmla="*/ 408257 h 434136"/>
              <a:gd name="connsiteX3" fmla="*/ 0 w 3020893"/>
              <a:gd name="connsiteY3" fmla="*/ 434136 h 434136"/>
              <a:gd name="connsiteX4" fmla="*/ 25879 w 3020893"/>
              <a:gd name="connsiteY4" fmla="*/ 25879 h 434136"/>
              <a:gd name="connsiteX0" fmla="*/ 51759 w 3020893"/>
              <a:gd name="connsiteY0" fmla="*/ 25879 h 434136"/>
              <a:gd name="connsiteX1" fmla="*/ 3020893 w 3020893"/>
              <a:gd name="connsiteY1" fmla="*/ 0 h 434136"/>
              <a:gd name="connsiteX2" fmla="*/ 2943255 w 3020893"/>
              <a:gd name="connsiteY2" fmla="*/ 408257 h 434136"/>
              <a:gd name="connsiteX3" fmla="*/ 0 w 3020893"/>
              <a:gd name="connsiteY3" fmla="*/ 434136 h 434136"/>
              <a:gd name="connsiteX4" fmla="*/ 51759 w 3020893"/>
              <a:gd name="connsiteY4" fmla="*/ 25879 h 434136"/>
              <a:gd name="connsiteX0" fmla="*/ 51759 w 2943255"/>
              <a:gd name="connsiteY0" fmla="*/ 34505 h 442762"/>
              <a:gd name="connsiteX1" fmla="*/ 1554403 w 2943255"/>
              <a:gd name="connsiteY1" fmla="*/ 0 h 442762"/>
              <a:gd name="connsiteX2" fmla="*/ 2943255 w 2943255"/>
              <a:gd name="connsiteY2" fmla="*/ 416883 h 442762"/>
              <a:gd name="connsiteX3" fmla="*/ 0 w 2943255"/>
              <a:gd name="connsiteY3" fmla="*/ 442762 h 442762"/>
              <a:gd name="connsiteX4" fmla="*/ 51759 w 2943255"/>
              <a:gd name="connsiteY4" fmla="*/ 34505 h 442762"/>
              <a:gd name="connsiteX0" fmla="*/ 51759 w 1571655"/>
              <a:gd name="connsiteY0" fmla="*/ 34505 h 442762"/>
              <a:gd name="connsiteX1" fmla="*/ 1554403 w 1571655"/>
              <a:gd name="connsiteY1" fmla="*/ 0 h 442762"/>
              <a:gd name="connsiteX2" fmla="*/ 1571655 w 1571655"/>
              <a:gd name="connsiteY2" fmla="*/ 425509 h 442762"/>
              <a:gd name="connsiteX3" fmla="*/ 0 w 1571655"/>
              <a:gd name="connsiteY3" fmla="*/ 442762 h 442762"/>
              <a:gd name="connsiteX4" fmla="*/ 51759 w 1571655"/>
              <a:gd name="connsiteY4" fmla="*/ 34505 h 442762"/>
              <a:gd name="connsiteX0" fmla="*/ 0 w 1519896"/>
              <a:gd name="connsiteY0" fmla="*/ 34505 h 434136"/>
              <a:gd name="connsiteX1" fmla="*/ 1502644 w 1519896"/>
              <a:gd name="connsiteY1" fmla="*/ 0 h 434136"/>
              <a:gd name="connsiteX2" fmla="*/ 1519896 w 1519896"/>
              <a:gd name="connsiteY2" fmla="*/ 425509 h 434136"/>
              <a:gd name="connsiteX3" fmla="*/ 34505 w 1519896"/>
              <a:gd name="connsiteY3" fmla="*/ 434136 h 434136"/>
              <a:gd name="connsiteX4" fmla="*/ 0 w 1519896"/>
              <a:gd name="connsiteY4" fmla="*/ 34505 h 434136"/>
              <a:gd name="connsiteX0" fmla="*/ 0 w 3288312"/>
              <a:gd name="connsiteY0" fmla="*/ 60385 h 460016"/>
              <a:gd name="connsiteX1" fmla="*/ 3288312 w 3288312"/>
              <a:gd name="connsiteY1" fmla="*/ 0 h 460016"/>
              <a:gd name="connsiteX2" fmla="*/ 1519896 w 3288312"/>
              <a:gd name="connsiteY2" fmla="*/ 451389 h 460016"/>
              <a:gd name="connsiteX3" fmla="*/ 34505 w 3288312"/>
              <a:gd name="connsiteY3" fmla="*/ 460016 h 460016"/>
              <a:gd name="connsiteX4" fmla="*/ 0 w 3288312"/>
              <a:gd name="connsiteY4" fmla="*/ 60385 h 460016"/>
              <a:gd name="connsiteX0" fmla="*/ 0 w 3322817"/>
              <a:gd name="connsiteY0" fmla="*/ 60385 h 460016"/>
              <a:gd name="connsiteX1" fmla="*/ 3288312 w 3322817"/>
              <a:gd name="connsiteY1" fmla="*/ 0 h 460016"/>
              <a:gd name="connsiteX2" fmla="*/ 3322817 w 3322817"/>
              <a:gd name="connsiteY2" fmla="*/ 434136 h 460016"/>
              <a:gd name="connsiteX3" fmla="*/ 34505 w 3322817"/>
              <a:gd name="connsiteY3" fmla="*/ 460016 h 460016"/>
              <a:gd name="connsiteX4" fmla="*/ 0 w 3322817"/>
              <a:gd name="connsiteY4" fmla="*/ 60385 h 460016"/>
              <a:gd name="connsiteX0" fmla="*/ 0 w 3322817"/>
              <a:gd name="connsiteY0" fmla="*/ 0 h 520401"/>
              <a:gd name="connsiteX1" fmla="*/ 3288312 w 3322817"/>
              <a:gd name="connsiteY1" fmla="*/ 60385 h 520401"/>
              <a:gd name="connsiteX2" fmla="*/ 3322817 w 3322817"/>
              <a:gd name="connsiteY2" fmla="*/ 494521 h 520401"/>
              <a:gd name="connsiteX3" fmla="*/ 34505 w 3322817"/>
              <a:gd name="connsiteY3" fmla="*/ 520401 h 520401"/>
              <a:gd name="connsiteX4" fmla="*/ 0 w 3322817"/>
              <a:gd name="connsiteY4" fmla="*/ 0 h 520401"/>
              <a:gd name="connsiteX0" fmla="*/ 0 w 3331444"/>
              <a:gd name="connsiteY0" fmla="*/ 0 h 477269"/>
              <a:gd name="connsiteX1" fmla="*/ 3296939 w 3331444"/>
              <a:gd name="connsiteY1" fmla="*/ 17253 h 477269"/>
              <a:gd name="connsiteX2" fmla="*/ 3331444 w 3331444"/>
              <a:gd name="connsiteY2" fmla="*/ 451389 h 477269"/>
              <a:gd name="connsiteX3" fmla="*/ 43132 w 3331444"/>
              <a:gd name="connsiteY3" fmla="*/ 477269 h 477269"/>
              <a:gd name="connsiteX4" fmla="*/ 0 w 3331444"/>
              <a:gd name="connsiteY4" fmla="*/ 0 h 477269"/>
              <a:gd name="connsiteX0" fmla="*/ 0 w 3331444"/>
              <a:gd name="connsiteY0" fmla="*/ 0 h 477269"/>
              <a:gd name="connsiteX1" fmla="*/ 3296939 w 3331444"/>
              <a:gd name="connsiteY1" fmla="*/ 60386 h 477269"/>
              <a:gd name="connsiteX2" fmla="*/ 3331444 w 3331444"/>
              <a:gd name="connsiteY2" fmla="*/ 451389 h 477269"/>
              <a:gd name="connsiteX3" fmla="*/ 43132 w 3331444"/>
              <a:gd name="connsiteY3" fmla="*/ 477269 h 477269"/>
              <a:gd name="connsiteX4" fmla="*/ 0 w 3331444"/>
              <a:gd name="connsiteY4" fmla="*/ 0 h 477269"/>
              <a:gd name="connsiteX0" fmla="*/ 0 w 3314191"/>
              <a:gd name="connsiteY0" fmla="*/ 0 h 477269"/>
              <a:gd name="connsiteX1" fmla="*/ 3296939 w 3314191"/>
              <a:gd name="connsiteY1" fmla="*/ 60386 h 477269"/>
              <a:gd name="connsiteX2" fmla="*/ 3314191 w 3314191"/>
              <a:gd name="connsiteY2" fmla="*/ 416883 h 477269"/>
              <a:gd name="connsiteX3" fmla="*/ 43132 w 3314191"/>
              <a:gd name="connsiteY3" fmla="*/ 477269 h 477269"/>
              <a:gd name="connsiteX4" fmla="*/ 0 w 3314191"/>
              <a:gd name="connsiteY4" fmla="*/ 0 h 477269"/>
              <a:gd name="connsiteX0" fmla="*/ 0 w 3314191"/>
              <a:gd name="connsiteY0" fmla="*/ 0 h 442763"/>
              <a:gd name="connsiteX1" fmla="*/ 3296939 w 3314191"/>
              <a:gd name="connsiteY1" fmla="*/ 25880 h 442763"/>
              <a:gd name="connsiteX2" fmla="*/ 3314191 w 3314191"/>
              <a:gd name="connsiteY2" fmla="*/ 382377 h 442763"/>
              <a:gd name="connsiteX3" fmla="*/ 43132 w 3314191"/>
              <a:gd name="connsiteY3" fmla="*/ 442763 h 442763"/>
              <a:gd name="connsiteX4" fmla="*/ 0 w 3314191"/>
              <a:gd name="connsiteY4" fmla="*/ 0 h 442763"/>
              <a:gd name="connsiteX0" fmla="*/ 0 w 3296939"/>
              <a:gd name="connsiteY0" fmla="*/ 0 h 443337"/>
              <a:gd name="connsiteX1" fmla="*/ 3296939 w 3296939"/>
              <a:gd name="connsiteY1" fmla="*/ 25880 h 443337"/>
              <a:gd name="connsiteX2" fmla="*/ 2469460 w 3296939"/>
              <a:gd name="connsiteY2" fmla="*/ 443337 h 443337"/>
              <a:gd name="connsiteX3" fmla="*/ 43132 w 3296939"/>
              <a:gd name="connsiteY3" fmla="*/ 442763 h 443337"/>
              <a:gd name="connsiteX4" fmla="*/ 0 w 3296939"/>
              <a:gd name="connsiteY4" fmla="*/ 0 h 443337"/>
              <a:gd name="connsiteX0" fmla="*/ 0 w 2469625"/>
              <a:gd name="connsiteY0" fmla="*/ 17663 h 461000"/>
              <a:gd name="connsiteX1" fmla="*/ 2469625 w 2469625"/>
              <a:gd name="connsiteY1" fmla="*/ 0 h 461000"/>
              <a:gd name="connsiteX2" fmla="*/ 2469460 w 2469625"/>
              <a:gd name="connsiteY2" fmla="*/ 461000 h 461000"/>
              <a:gd name="connsiteX3" fmla="*/ 43132 w 2469625"/>
              <a:gd name="connsiteY3" fmla="*/ 460426 h 461000"/>
              <a:gd name="connsiteX4" fmla="*/ 0 w 2469625"/>
              <a:gd name="connsiteY4" fmla="*/ 17663 h 461000"/>
              <a:gd name="connsiteX0" fmla="*/ 0 w 2469460"/>
              <a:gd name="connsiteY0" fmla="*/ 61206 h 504543"/>
              <a:gd name="connsiteX1" fmla="*/ 2426083 w 2469460"/>
              <a:gd name="connsiteY1" fmla="*/ 0 h 504543"/>
              <a:gd name="connsiteX2" fmla="*/ 2469460 w 2469460"/>
              <a:gd name="connsiteY2" fmla="*/ 504543 h 504543"/>
              <a:gd name="connsiteX3" fmla="*/ 43132 w 2469460"/>
              <a:gd name="connsiteY3" fmla="*/ 503969 h 504543"/>
              <a:gd name="connsiteX4" fmla="*/ 0 w 2469460"/>
              <a:gd name="connsiteY4" fmla="*/ 61206 h 504543"/>
              <a:gd name="connsiteX0" fmla="*/ 0 w 3351634"/>
              <a:gd name="connsiteY0" fmla="*/ 61206 h 504543"/>
              <a:gd name="connsiteX1" fmla="*/ 3351634 w 3351634"/>
              <a:gd name="connsiteY1" fmla="*/ 0 h 504543"/>
              <a:gd name="connsiteX2" fmla="*/ 2469460 w 3351634"/>
              <a:gd name="connsiteY2" fmla="*/ 504543 h 504543"/>
              <a:gd name="connsiteX3" fmla="*/ 43132 w 3351634"/>
              <a:gd name="connsiteY3" fmla="*/ 503969 h 504543"/>
              <a:gd name="connsiteX4" fmla="*/ 0 w 3351634"/>
              <a:gd name="connsiteY4" fmla="*/ 61206 h 504543"/>
              <a:gd name="connsiteX0" fmla="*/ 0 w 3351634"/>
              <a:gd name="connsiteY0" fmla="*/ 61206 h 503969"/>
              <a:gd name="connsiteX1" fmla="*/ 3351634 w 3351634"/>
              <a:gd name="connsiteY1" fmla="*/ 0 h 503969"/>
              <a:gd name="connsiteX2" fmla="*/ 3127382 w 3351634"/>
              <a:gd name="connsiteY2" fmla="*/ 459938 h 503969"/>
              <a:gd name="connsiteX3" fmla="*/ 43132 w 3351634"/>
              <a:gd name="connsiteY3" fmla="*/ 503969 h 503969"/>
              <a:gd name="connsiteX4" fmla="*/ 0 w 3351634"/>
              <a:gd name="connsiteY4" fmla="*/ 61206 h 503969"/>
              <a:gd name="connsiteX0" fmla="*/ 0 w 3487306"/>
              <a:gd name="connsiteY0" fmla="*/ 61206 h 503969"/>
              <a:gd name="connsiteX1" fmla="*/ 3351634 w 3487306"/>
              <a:gd name="connsiteY1" fmla="*/ 0 h 503969"/>
              <a:gd name="connsiteX2" fmla="*/ 3487306 w 3487306"/>
              <a:gd name="connsiteY2" fmla="*/ 450210 h 503969"/>
              <a:gd name="connsiteX3" fmla="*/ 43132 w 3487306"/>
              <a:gd name="connsiteY3" fmla="*/ 503969 h 503969"/>
              <a:gd name="connsiteX4" fmla="*/ 0 w 3487306"/>
              <a:gd name="connsiteY4" fmla="*/ 61206 h 503969"/>
              <a:gd name="connsiteX0" fmla="*/ 0 w 3487306"/>
              <a:gd name="connsiteY0" fmla="*/ 61206 h 503969"/>
              <a:gd name="connsiteX1" fmla="*/ 3448911 w 3487306"/>
              <a:gd name="connsiteY1" fmla="*/ 0 h 503969"/>
              <a:gd name="connsiteX2" fmla="*/ 3487306 w 3487306"/>
              <a:gd name="connsiteY2" fmla="*/ 450210 h 503969"/>
              <a:gd name="connsiteX3" fmla="*/ 43132 w 3487306"/>
              <a:gd name="connsiteY3" fmla="*/ 503969 h 503969"/>
              <a:gd name="connsiteX4" fmla="*/ 0 w 3487306"/>
              <a:gd name="connsiteY4" fmla="*/ 61206 h 503969"/>
              <a:gd name="connsiteX0" fmla="*/ 0 w 3477578"/>
              <a:gd name="connsiteY0" fmla="*/ 61206 h 503969"/>
              <a:gd name="connsiteX1" fmla="*/ 3448911 w 3477578"/>
              <a:gd name="connsiteY1" fmla="*/ 0 h 503969"/>
              <a:gd name="connsiteX2" fmla="*/ 3477578 w 3477578"/>
              <a:gd name="connsiteY2" fmla="*/ 479393 h 503969"/>
              <a:gd name="connsiteX3" fmla="*/ 43132 w 3477578"/>
              <a:gd name="connsiteY3" fmla="*/ 503969 h 503969"/>
              <a:gd name="connsiteX4" fmla="*/ 0 w 3477578"/>
              <a:gd name="connsiteY4" fmla="*/ 61206 h 503969"/>
              <a:gd name="connsiteX0" fmla="*/ 0 w 3448911"/>
              <a:gd name="connsiteY0" fmla="*/ 61206 h 503969"/>
              <a:gd name="connsiteX1" fmla="*/ 3448911 w 3448911"/>
              <a:gd name="connsiteY1" fmla="*/ 0 h 503969"/>
              <a:gd name="connsiteX2" fmla="*/ 2086523 w 3448911"/>
              <a:gd name="connsiteY2" fmla="*/ 489120 h 503969"/>
              <a:gd name="connsiteX3" fmla="*/ 43132 w 3448911"/>
              <a:gd name="connsiteY3" fmla="*/ 503969 h 503969"/>
              <a:gd name="connsiteX4" fmla="*/ 0 w 3448911"/>
              <a:gd name="connsiteY4" fmla="*/ 61206 h 503969"/>
              <a:gd name="connsiteX0" fmla="*/ 0 w 2125950"/>
              <a:gd name="connsiteY0" fmla="*/ 32023 h 474786"/>
              <a:gd name="connsiteX1" fmla="*/ 2125950 w 2125950"/>
              <a:gd name="connsiteY1" fmla="*/ 0 h 474786"/>
              <a:gd name="connsiteX2" fmla="*/ 2086523 w 2125950"/>
              <a:gd name="connsiteY2" fmla="*/ 459937 h 474786"/>
              <a:gd name="connsiteX3" fmla="*/ 43132 w 2125950"/>
              <a:gd name="connsiteY3" fmla="*/ 474786 h 474786"/>
              <a:gd name="connsiteX4" fmla="*/ 0 w 2125950"/>
              <a:gd name="connsiteY4" fmla="*/ 32023 h 474786"/>
              <a:gd name="connsiteX0" fmla="*/ 0 w 2125950"/>
              <a:gd name="connsiteY0" fmla="*/ 0 h 510857"/>
              <a:gd name="connsiteX1" fmla="*/ 2125950 w 2125950"/>
              <a:gd name="connsiteY1" fmla="*/ 36071 h 510857"/>
              <a:gd name="connsiteX2" fmla="*/ 2086523 w 2125950"/>
              <a:gd name="connsiteY2" fmla="*/ 496008 h 510857"/>
              <a:gd name="connsiteX3" fmla="*/ 43132 w 2125950"/>
              <a:gd name="connsiteY3" fmla="*/ 510857 h 510857"/>
              <a:gd name="connsiteX4" fmla="*/ 0 w 2125950"/>
              <a:gd name="connsiteY4" fmla="*/ 0 h 510857"/>
              <a:gd name="connsiteX0" fmla="*/ 63873 w 2189823"/>
              <a:gd name="connsiteY0" fmla="*/ 0 h 501130"/>
              <a:gd name="connsiteX1" fmla="*/ 2189823 w 2189823"/>
              <a:gd name="connsiteY1" fmla="*/ 36071 h 501130"/>
              <a:gd name="connsiteX2" fmla="*/ 2150396 w 2189823"/>
              <a:gd name="connsiteY2" fmla="*/ 496008 h 501130"/>
              <a:gd name="connsiteX3" fmla="*/ 0 w 2189823"/>
              <a:gd name="connsiteY3" fmla="*/ 501130 h 501130"/>
              <a:gd name="connsiteX4" fmla="*/ 63873 w 2189823"/>
              <a:gd name="connsiteY4" fmla="*/ 0 h 501130"/>
              <a:gd name="connsiteX0" fmla="*/ 63873 w 2150396"/>
              <a:gd name="connsiteY0" fmla="*/ 0 h 501130"/>
              <a:gd name="connsiteX1" fmla="*/ 2102274 w 2150396"/>
              <a:gd name="connsiteY1" fmla="*/ 94437 h 501130"/>
              <a:gd name="connsiteX2" fmla="*/ 2150396 w 2150396"/>
              <a:gd name="connsiteY2" fmla="*/ 496008 h 501130"/>
              <a:gd name="connsiteX3" fmla="*/ 0 w 2150396"/>
              <a:gd name="connsiteY3" fmla="*/ 501130 h 501130"/>
              <a:gd name="connsiteX4" fmla="*/ 63873 w 2150396"/>
              <a:gd name="connsiteY4" fmla="*/ 0 h 501130"/>
              <a:gd name="connsiteX0" fmla="*/ 63873 w 3833798"/>
              <a:gd name="connsiteY0" fmla="*/ 0 h 501130"/>
              <a:gd name="connsiteX1" fmla="*/ 3833798 w 3833798"/>
              <a:gd name="connsiteY1" fmla="*/ 6888 h 501130"/>
              <a:gd name="connsiteX2" fmla="*/ 2150396 w 3833798"/>
              <a:gd name="connsiteY2" fmla="*/ 496008 h 501130"/>
              <a:gd name="connsiteX3" fmla="*/ 0 w 3833798"/>
              <a:gd name="connsiteY3" fmla="*/ 501130 h 501130"/>
              <a:gd name="connsiteX4" fmla="*/ 63873 w 3833798"/>
              <a:gd name="connsiteY4" fmla="*/ 0 h 501130"/>
              <a:gd name="connsiteX0" fmla="*/ 63873 w 3833798"/>
              <a:gd name="connsiteY0" fmla="*/ 0 h 544647"/>
              <a:gd name="connsiteX1" fmla="*/ 3833798 w 3833798"/>
              <a:gd name="connsiteY1" fmla="*/ 6888 h 544647"/>
              <a:gd name="connsiteX2" fmla="*/ 3609545 w 3833798"/>
              <a:gd name="connsiteY2" fmla="*/ 544647 h 544647"/>
              <a:gd name="connsiteX3" fmla="*/ 0 w 3833798"/>
              <a:gd name="connsiteY3" fmla="*/ 501130 h 544647"/>
              <a:gd name="connsiteX4" fmla="*/ 63873 w 3833798"/>
              <a:gd name="connsiteY4" fmla="*/ 0 h 544647"/>
              <a:gd name="connsiteX0" fmla="*/ 24962 w 3794887"/>
              <a:gd name="connsiteY0" fmla="*/ 0 h 544647"/>
              <a:gd name="connsiteX1" fmla="*/ 3794887 w 3794887"/>
              <a:gd name="connsiteY1" fmla="*/ 6888 h 544647"/>
              <a:gd name="connsiteX2" fmla="*/ 3570634 w 3794887"/>
              <a:gd name="connsiteY2" fmla="*/ 544647 h 544647"/>
              <a:gd name="connsiteX3" fmla="*/ 0 w 3794887"/>
              <a:gd name="connsiteY3" fmla="*/ 471947 h 544647"/>
              <a:gd name="connsiteX4" fmla="*/ 24962 w 3794887"/>
              <a:gd name="connsiteY4" fmla="*/ 0 h 544647"/>
              <a:gd name="connsiteX0" fmla="*/ 34689 w 3794887"/>
              <a:gd name="connsiteY0" fmla="*/ 32023 h 537759"/>
              <a:gd name="connsiteX1" fmla="*/ 3794887 w 3794887"/>
              <a:gd name="connsiteY1" fmla="*/ 0 h 537759"/>
              <a:gd name="connsiteX2" fmla="*/ 3570634 w 3794887"/>
              <a:gd name="connsiteY2" fmla="*/ 537759 h 537759"/>
              <a:gd name="connsiteX3" fmla="*/ 0 w 3794887"/>
              <a:gd name="connsiteY3" fmla="*/ 465059 h 537759"/>
              <a:gd name="connsiteX4" fmla="*/ 34689 w 3794887"/>
              <a:gd name="connsiteY4" fmla="*/ 32023 h 537759"/>
              <a:gd name="connsiteX0" fmla="*/ 34689 w 3726793"/>
              <a:gd name="connsiteY0" fmla="*/ 32023 h 537759"/>
              <a:gd name="connsiteX1" fmla="*/ 3726793 w 3726793"/>
              <a:gd name="connsiteY1" fmla="*/ 0 h 537759"/>
              <a:gd name="connsiteX2" fmla="*/ 3570634 w 3726793"/>
              <a:gd name="connsiteY2" fmla="*/ 537759 h 537759"/>
              <a:gd name="connsiteX3" fmla="*/ 0 w 3726793"/>
              <a:gd name="connsiteY3" fmla="*/ 465059 h 537759"/>
              <a:gd name="connsiteX4" fmla="*/ 34689 w 3726793"/>
              <a:gd name="connsiteY4" fmla="*/ 32023 h 537759"/>
              <a:gd name="connsiteX0" fmla="*/ 34689 w 3852736"/>
              <a:gd name="connsiteY0" fmla="*/ 32023 h 528031"/>
              <a:gd name="connsiteX1" fmla="*/ 3726793 w 3852736"/>
              <a:gd name="connsiteY1" fmla="*/ 0 h 528031"/>
              <a:gd name="connsiteX2" fmla="*/ 3852736 w 3852736"/>
              <a:gd name="connsiteY2" fmla="*/ 528031 h 528031"/>
              <a:gd name="connsiteX3" fmla="*/ 0 w 3852736"/>
              <a:gd name="connsiteY3" fmla="*/ 465059 h 528031"/>
              <a:gd name="connsiteX4" fmla="*/ 34689 w 3852736"/>
              <a:gd name="connsiteY4" fmla="*/ 32023 h 528031"/>
              <a:gd name="connsiteX0" fmla="*/ 34689 w 3852736"/>
              <a:gd name="connsiteY0" fmla="*/ 12567 h 508575"/>
              <a:gd name="connsiteX1" fmla="*/ 3833797 w 3852736"/>
              <a:gd name="connsiteY1" fmla="*/ 0 h 508575"/>
              <a:gd name="connsiteX2" fmla="*/ 3852736 w 3852736"/>
              <a:gd name="connsiteY2" fmla="*/ 508575 h 508575"/>
              <a:gd name="connsiteX3" fmla="*/ 0 w 3852736"/>
              <a:gd name="connsiteY3" fmla="*/ 445603 h 508575"/>
              <a:gd name="connsiteX4" fmla="*/ 34689 w 3852736"/>
              <a:gd name="connsiteY4" fmla="*/ 12567 h 508575"/>
              <a:gd name="connsiteX0" fmla="*/ 34689 w 3833797"/>
              <a:gd name="connsiteY0" fmla="*/ 12567 h 445603"/>
              <a:gd name="connsiteX1" fmla="*/ 3833797 w 3833797"/>
              <a:gd name="connsiteY1" fmla="*/ 0 h 445603"/>
              <a:gd name="connsiteX2" fmla="*/ 2199033 w 3833797"/>
              <a:gd name="connsiteY2" fmla="*/ 430754 h 445603"/>
              <a:gd name="connsiteX3" fmla="*/ 0 w 3833797"/>
              <a:gd name="connsiteY3" fmla="*/ 445603 h 445603"/>
              <a:gd name="connsiteX4" fmla="*/ 34689 w 3833797"/>
              <a:gd name="connsiteY4" fmla="*/ 12567 h 445603"/>
              <a:gd name="connsiteX0" fmla="*/ 34689 w 2199550"/>
              <a:gd name="connsiteY0" fmla="*/ 12567 h 445603"/>
              <a:gd name="connsiteX1" fmla="*/ 2199550 w 2199550"/>
              <a:gd name="connsiteY1" fmla="*/ 0 h 445603"/>
              <a:gd name="connsiteX2" fmla="*/ 2199033 w 2199550"/>
              <a:gd name="connsiteY2" fmla="*/ 430754 h 445603"/>
              <a:gd name="connsiteX3" fmla="*/ 0 w 2199550"/>
              <a:gd name="connsiteY3" fmla="*/ 445603 h 445603"/>
              <a:gd name="connsiteX4" fmla="*/ 34689 w 2199550"/>
              <a:gd name="connsiteY4" fmla="*/ 12567 h 445603"/>
              <a:gd name="connsiteX0" fmla="*/ 34689 w 2286582"/>
              <a:gd name="connsiteY0" fmla="*/ 12567 h 445603"/>
              <a:gd name="connsiteX1" fmla="*/ 2199550 w 2286582"/>
              <a:gd name="connsiteY1" fmla="*/ 0 h 445603"/>
              <a:gd name="connsiteX2" fmla="*/ 2286582 w 2286582"/>
              <a:gd name="connsiteY2" fmla="*/ 440481 h 445603"/>
              <a:gd name="connsiteX3" fmla="*/ 0 w 2286582"/>
              <a:gd name="connsiteY3" fmla="*/ 445603 h 445603"/>
              <a:gd name="connsiteX4" fmla="*/ 34689 w 2286582"/>
              <a:gd name="connsiteY4" fmla="*/ 12567 h 445603"/>
              <a:gd name="connsiteX0" fmla="*/ 0 w 2251893"/>
              <a:gd name="connsiteY0" fmla="*/ 12567 h 440481"/>
              <a:gd name="connsiteX1" fmla="*/ 2164861 w 2251893"/>
              <a:gd name="connsiteY1" fmla="*/ 0 h 440481"/>
              <a:gd name="connsiteX2" fmla="*/ 2251893 w 2251893"/>
              <a:gd name="connsiteY2" fmla="*/ 440481 h 440481"/>
              <a:gd name="connsiteX3" fmla="*/ 4222 w 2251893"/>
              <a:gd name="connsiteY3" fmla="*/ 435875 h 440481"/>
              <a:gd name="connsiteX4" fmla="*/ 0 w 2251893"/>
              <a:gd name="connsiteY4" fmla="*/ 12567 h 440481"/>
              <a:gd name="connsiteX0" fmla="*/ 0 w 2251893"/>
              <a:gd name="connsiteY0" fmla="*/ 12567 h 440481"/>
              <a:gd name="connsiteX1" fmla="*/ 2164861 w 2251893"/>
              <a:gd name="connsiteY1" fmla="*/ 0 h 440481"/>
              <a:gd name="connsiteX2" fmla="*/ 2251893 w 2251893"/>
              <a:gd name="connsiteY2" fmla="*/ 440481 h 440481"/>
              <a:gd name="connsiteX3" fmla="*/ 4222 w 2251893"/>
              <a:gd name="connsiteY3" fmla="*/ 416419 h 440481"/>
              <a:gd name="connsiteX4" fmla="*/ 0 w 2251893"/>
              <a:gd name="connsiteY4" fmla="*/ 12567 h 440481"/>
              <a:gd name="connsiteX0" fmla="*/ 0 w 2251893"/>
              <a:gd name="connsiteY0" fmla="*/ 12567 h 824980"/>
              <a:gd name="connsiteX1" fmla="*/ 2164861 w 2251893"/>
              <a:gd name="connsiteY1" fmla="*/ 0 h 824980"/>
              <a:gd name="connsiteX2" fmla="*/ 2251893 w 2251893"/>
              <a:gd name="connsiteY2" fmla="*/ 440481 h 824980"/>
              <a:gd name="connsiteX3" fmla="*/ 52860 w 2251893"/>
              <a:gd name="connsiteY3" fmla="*/ 824980 h 824980"/>
              <a:gd name="connsiteX4" fmla="*/ 0 w 2251893"/>
              <a:gd name="connsiteY4" fmla="*/ 12567 h 824980"/>
              <a:gd name="connsiteX0" fmla="*/ 0 w 4557349"/>
              <a:gd name="connsiteY0" fmla="*/ 12567 h 824980"/>
              <a:gd name="connsiteX1" fmla="*/ 2164861 w 4557349"/>
              <a:gd name="connsiteY1" fmla="*/ 0 h 824980"/>
              <a:gd name="connsiteX2" fmla="*/ 4557349 w 4557349"/>
              <a:gd name="connsiteY2" fmla="*/ 790677 h 824980"/>
              <a:gd name="connsiteX3" fmla="*/ 52860 w 4557349"/>
              <a:gd name="connsiteY3" fmla="*/ 824980 h 824980"/>
              <a:gd name="connsiteX4" fmla="*/ 0 w 4557349"/>
              <a:gd name="connsiteY4" fmla="*/ 12567 h 824980"/>
              <a:gd name="connsiteX0" fmla="*/ 0 w 4557349"/>
              <a:gd name="connsiteY0" fmla="*/ 0 h 812413"/>
              <a:gd name="connsiteX1" fmla="*/ 4518955 w 4557349"/>
              <a:gd name="connsiteY1" fmla="*/ 36071 h 812413"/>
              <a:gd name="connsiteX2" fmla="*/ 4557349 w 4557349"/>
              <a:gd name="connsiteY2" fmla="*/ 778110 h 812413"/>
              <a:gd name="connsiteX3" fmla="*/ 52860 w 4557349"/>
              <a:gd name="connsiteY3" fmla="*/ 812413 h 812413"/>
              <a:gd name="connsiteX4" fmla="*/ 0 w 4557349"/>
              <a:gd name="connsiteY4" fmla="*/ 0 h 812413"/>
              <a:gd name="connsiteX0" fmla="*/ 0 w 4557349"/>
              <a:gd name="connsiteY0" fmla="*/ 22295 h 834708"/>
              <a:gd name="connsiteX1" fmla="*/ 4480044 w 4557349"/>
              <a:gd name="connsiteY1" fmla="*/ 0 h 834708"/>
              <a:gd name="connsiteX2" fmla="*/ 4557349 w 4557349"/>
              <a:gd name="connsiteY2" fmla="*/ 800405 h 834708"/>
              <a:gd name="connsiteX3" fmla="*/ 52860 w 4557349"/>
              <a:gd name="connsiteY3" fmla="*/ 834708 h 834708"/>
              <a:gd name="connsiteX4" fmla="*/ 0 w 4557349"/>
              <a:gd name="connsiteY4" fmla="*/ 22295 h 834708"/>
              <a:gd name="connsiteX0" fmla="*/ 0 w 5014549"/>
              <a:gd name="connsiteY0" fmla="*/ 22295 h 834708"/>
              <a:gd name="connsiteX1" fmla="*/ 4480044 w 5014549"/>
              <a:gd name="connsiteY1" fmla="*/ 0 h 834708"/>
              <a:gd name="connsiteX2" fmla="*/ 5014549 w 5014549"/>
              <a:gd name="connsiteY2" fmla="*/ 819860 h 834708"/>
              <a:gd name="connsiteX3" fmla="*/ 52860 w 5014549"/>
              <a:gd name="connsiteY3" fmla="*/ 834708 h 834708"/>
              <a:gd name="connsiteX4" fmla="*/ 0 w 5014549"/>
              <a:gd name="connsiteY4" fmla="*/ 22295 h 834708"/>
              <a:gd name="connsiteX0" fmla="*/ 0 w 5014549"/>
              <a:gd name="connsiteY0" fmla="*/ 51478 h 863891"/>
              <a:gd name="connsiteX1" fmla="*/ 4908061 w 5014549"/>
              <a:gd name="connsiteY1" fmla="*/ 0 h 863891"/>
              <a:gd name="connsiteX2" fmla="*/ 5014549 w 5014549"/>
              <a:gd name="connsiteY2" fmla="*/ 849043 h 863891"/>
              <a:gd name="connsiteX3" fmla="*/ 52860 w 5014549"/>
              <a:gd name="connsiteY3" fmla="*/ 863891 h 863891"/>
              <a:gd name="connsiteX4" fmla="*/ 0 w 5014549"/>
              <a:gd name="connsiteY4" fmla="*/ 51478 h 8638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14549" h="863891">
                <a:moveTo>
                  <a:pt x="0" y="51478"/>
                </a:moveTo>
                <a:lnTo>
                  <a:pt x="4908061" y="0"/>
                </a:lnTo>
                <a:cubicBezTo>
                  <a:pt x="4907889" y="143585"/>
                  <a:pt x="5014721" y="705458"/>
                  <a:pt x="5014549" y="849043"/>
                </a:cubicBezTo>
                <a:lnTo>
                  <a:pt x="52860" y="863891"/>
                </a:lnTo>
                <a:cubicBezTo>
                  <a:pt x="51453" y="722788"/>
                  <a:pt x="1407" y="192581"/>
                  <a:pt x="0" y="51478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2" name="Inhaltsplatzhalter 1"/>
          <p:cNvSpPr>
            <a:spLocks noGrp="1"/>
          </p:cNvSpPr>
          <p:nvPr>
            <p:ph sz="quarter" idx="10"/>
          </p:nvPr>
        </p:nvSpPr>
        <p:spPr>
          <a:xfrm>
            <a:off x="515938" y="1660832"/>
            <a:ext cx="11397639" cy="2437112"/>
          </a:xfrm>
        </p:spPr>
        <p:txBody>
          <a:bodyPr>
            <a:noAutofit/>
          </a:bodyPr>
          <a:lstStyle/>
          <a:p>
            <a:r>
              <a:rPr lang="de-DE" sz="6000" dirty="0">
                <a:solidFill>
                  <a:srgbClr val="1A4273"/>
                </a:solidFill>
              </a:rPr>
              <a:t>WELCOME!</a:t>
            </a:r>
            <a:br>
              <a:rPr lang="de-DE" sz="6000" dirty="0">
                <a:solidFill>
                  <a:srgbClr val="1A4273"/>
                </a:solidFill>
              </a:rPr>
            </a:br>
            <a:r>
              <a:rPr lang="de-DE" sz="6000" dirty="0"/>
              <a:t>TO CAMPUS CHAM</a:t>
            </a:r>
            <a:br>
              <a:rPr lang="de-DE" sz="6000" dirty="0"/>
            </a:br>
            <a:endParaRPr lang="de-DE" sz="6000" dirty="0"/>
          </a:p>
        </p:txBody>
      </p:sp>
      <p:sp>
        <p:nvSpPr>
          <p:cNvPr id="11" name="Rechteck 10"/>
          <p:cNvSpPr/>
          <p:nvPr/>
        </p:nvSpPr>
        <p:spPr>
          <a:xfrm>
            <a:off x="0" y="6795435"/>
            <a:ext cx="12192000" cy="72000"/>
          </a:xfrm>
          <a:prstGeom prst="rect">
            <a:avLst/>
          </a:prstGeom>
          <a:solidFill>
            <a:srgbClr val="1A42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ED5B629-05D9-5C54-ACD4-2529CAD10B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6128" y="24246"/>
            <a:ext cx="2429738" cy="694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67978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/>
          <p:cNvSpPr/>
          <p:nvPr/>
        </p:nvSpPr>
        <p:spPr>
          <a:xfrm>
            <a:off x="515940" y="532022"/>
            <a:ext cx="4335592" cy="460016"/>
          </a:xfrm>
          <a:custGeom>
            <a:avLst/>
            <a:gdLst>
              <a:gd name="connsiteX0" fmla="*/ 0 w 1856326"/>
              <a:gd name="connsiteY0" fmla="*/ 0 h 399630"/>
              <a:gd name="connsiteX1" fmla="*/ 1856326 w 1856326"/>
              <a:gd name="connsiteY1" fmla="*/ 0 h 399630"/>
              <a:gd name="connsiteX2" fmla="*/ 1856326 w 1856326"/>
              <a:gd name="connsiteY2" fmla="*/ 399630 h 399630"/>
              <a:gd name="connsiteX3" fmla="*/ 0 w 1856326"/>
              <a:gd name="connsiteY3" fmla="*/ 399630 h 399630"/>
              <a:gd name="connsiteX4" fmla="*/ 0 w 1856326"/>
              <a:gd name="connsiteY4" fmla="*/ 0 h 399630"/>
              <a:gd name="connsiteX0" fmla="*/ 69011 w 1925337"/>
              <a:gd name="connsiteY0" fmla="*/ 0 h 434136"/>
              <a:gd name="connsiteX1" fmla="*/ 1925337 w 1925337"/>
              <a:gd name="connsiteY1" fmla="*/ 0 h 434136"/>
              <a:gd name="connsiteX2" fmla="*/ 1925337 w 1925337"/>
              <a:gd name="connsiteY2" fmla="*/ 399630 h 434136"/>
              <a:gd name="connsiteX3" fmla="*/ 0 w 1925337"/>
              <a:gd name="connsiteY3" fmla="*/ 434136 h 434136"/>
              <a:gd name="connsiteX4" fmla="*/ 69011 w 1925337"/>
              <a:gd name="connsiteY4" fmla="*/ 0 h 434136"/>
              <a:gd name="connsiteX0" fmla="*/ 163901 w 1925337"/>
              <a:gd name="connsiteY0" fmla="*/ 0 h 477269"/>
              <a:gd name="connsiteX1" fmla="*/ 1925337 w 1925337"/>
              <a:gd name="connsiteY1" fmla="*/ 43133 h 477269"/>
              <a:gd name="connsiteX2" fmla="*/ 1925337 w 1925337"/>
              <a:gd name="connsiteY2" fmla="*/ 442763 h 477269"/>
              <a:gd name="connsiteX3" fmla="*/ 0 w 1925337"/>
              <a:gd name="connsiteY3" fmla="*/ 477269 h 477269"/>
              <a:gd name="connsiteX4" fmla="*/ 163901 w 1925337"/>
              <a:gd name="connsiteY4" fmla="*/ 0 h 477269"/>
              <a:gd name="connsiteX0" fmla="*/ 163901 w 1925337"/>
              <a:gd name="connsiteY0" fmla="*/ 112143 h 589412"/>
              <a:gd name="connsiteX1" fmla="*/ 1925337 w 1925337"/>
              <a:gd name="connsiteY1" fmla="*/ 0 h 589412"/>
              <a:gd name="connsiteX2" fmla="*/ 1925337 w 1925337"/>
              <a:gd name="connsiteY2" fmla="*/ 554906 h 589412"/>
              <a:gd name="connsiteX3" fmla="*/ 0 w 1925337"/>
              <a:gd name="connsiteY3" fmla="*/ 589412 h 589412"/>
              <a:gd name="connsiteX4" fmla="*/ 163901 w 1925337"/>
              <a:gd name="connsiteY4" fmla="*/ 112143 h 589412"/>
              <a:gd name="connsiteX0" fmla="*/ 163901 w 1925337"/>
              <a:gd name="connsiteY0" fmla="*/ 0 h 477269"/>
              <a:gd name="connsiteX1" fmla="*/ 1804567 w 1925337"/>
              <a:gd name="connsiteY1" fmla="*/ 0 h 477269"/>
              <a:gd name="connsiteX2" fmla="*/ 1925337 w 1925337"/>
              <a:gd name="connsiteY2" fmla="*/ 442763 h 477269"/>
              <a:gd name="connsiteX3" fmla="*/ 0 w 1925337"/>
              <a:gd name="connsiteY3" fmla="*/ 477269 h 477269"/>
              <a:gd name="connsiteX4" fmla="*/ 163901 w 1925337"/>
              <a:gd name="connsiteY4" fmla="*/ 0 h 477269"/>
              <a:gd name="connsiteX0" fmla="*/ 155275 w 1925337"/>
              <a:gd name="connsiteY0" fmla="*/ 69011 h 477269"/>
              <a:gd name="connsiteX1" fmla="*/ 1804567 w 1925337"/>
              <a:gd name="connsiteY1" fmla="*/ 0 h 477269"/>
              <a:gd name="connsiteX2" fmla="*/ 1925337 w 1925337"/>
              <a:gd name="connsiteY2" fmla="*/ 442763 h 477269"/>
              <a:gd name="connsiteX3" fmla="*/ 0 w 1925337"/>
              <a:gd name="connsiteY3" fmla="*/ 477269 h 477269"/>
              <a:gd name="connsiteX4" fmla="*/ 155275 w 1925337"/>
              <a:gd name="connsiteY4" fmla="*/ 69011 h 477269"/>
              <a:gd name="connsiteX0" fmla="*/ 94890 w 1864952"/>
              <a:gd name="connsiteY0" fmla="*/ 69011 h 451390"/>
              <a:gd name="connsiteX1" fmla="*/ 1744182 w 1864952"/>
              <a:gd name="connsiteY1" fmla="*/ 0 h 451390"/>
              <a:gd name="connsiteX2" fmla="*/ 1864952 w 1864952"/>
              <a:gd name="connsiteY2" fmla="*/ 442763 h 451390"/>
              <a:gd name="connsiteX3" fmla="*/ 0 w 1864952"/>
              <a:gd name="connsiteY3" fmla="*/ 451390 h 451390"/>
              <a:gd name="connsiteX4" fmla="*/ 94890 w 1864952"/>
              <a:gd name="connsiteY4" fmla="*/ 69011 h 451390"/>
              <a:gd name="connsiteX0" fmla="*/ 94890 w 1830446"/>
              <a:gd name="connsiteY0" fmla="*/ 69011 h 494522"/>
              <a:gd name="connsiteX1" fmla="*/ 1744182 w 1830446"/>
              <a:gd name="connsiteY1" fmla="*/ 0 h 494522"/>
              <a:gd name="connsiteX2" fmla="*/ 1830446 w 1830446"/>
              <a:gd name="connsiteY2" fmla="*/ 494522 h 494522"/>
              <a:gd name="connsiteX3" fmla="*/ 0 w 1830446"/>
              <a:gd name="connsiteY3" fmla="*/ 451390 h 494522"/>
              <a:gd name="connsiteX4" fmla="*/ 94890 w 1830446"/>
              <a:gd name="connsiteY4" fmla="*/ 69011 h 494522"/>
              <a:gd name="connsiteX0" fmla="*/ 94890 w 2770725"/>
              <a:gd name="connsiteY0" fmla="*/ 8626 h 434137"/>
              <a:gd name="connsiteX1" fmla="*/ 2770725 w 2770725"/>
              <a:gd name="connsiteY1" fmla="*/ 0 h 434137"/>
              <a:gd name="connsiteX2" fmla="*/ 1830446 w 2770725"/>
              <a:gd name="connsiteY2" fmla="*/ 434137 h 434137"/>
              <a:gd name="connsiteX3" fmla="*/ 0 w 2770725"/>
              <a:gd name="connsiteY3" fmla="*/ 391005 h 434137"/>
              <a:gd name="connsiteX4" fmla="*/ 94890 w 2770725"/>
              <a:gd name="connsiteY4" fmla="*/ 8626 h 434137"/>
              <a:gd name="connsiteX0" fmla="*/ 94890 w 2839736"/>
              <a:gd name="connsiteY0" fmla="*/ 8626 h 408257"/>
              <a:gd name="connsiteX1" fmla="*/ 2770725 w 2839736"/>
              <a:gd name="connsiteY1" fmla="*/ 0 h 408257"/>
              <a:gd name="connsiteX2" fmla="*/ 2839736 w 2839736"/>
              <a:gd name="connsiteY2" fmla="*/ 408257 h 408257"/>
              <a:gd name="connsiteX3" fmla="*/ 0 w 2839736"/>
              <a:gd name="connsiteY3" fmla="*/ 391005 h 408257"/>
              <a:gd name="connsiteX4" fmla="*/ 94890 w 2839736"/>
              <a:gd name="connsiteY4" fmla="*/ 8626 h 408257"/>
              <a:gd name="connsiteX0" fmla="*/ 94890 w 2822484"/>
              <a:gd name="connsiteY0" fmla="*/ 8626 h 442763"/>
              <a:gd name="connsiteX1" fmla="*/ 2770725 w 2822484"/>
              <a:gd name="connsiteY1" fmla="*/ 0 h 442763"/>
              <a:gd name="connsiteX2" fmla="*/ 2822484 w 2822484"/>
              <a:gd name="connsiteY2" fmla="*/ 442763 h 442763"/>
              <a:gd name="connsiteX3" fmla="*/ 0 w 2822484"/>
              <a:gd name="connsiteY3" fmla="*/ 391005 h 442763"/>
              <a:gd name="connsiteX4" fmla="*/ 94890 w 2822484"/>
              <a:gd name="connsiteY4" fmla="*/ 8626 h 442763"/>
              <a:gd name="connsiteX0" fmla="*/ 94890 w 2822484"/>
              <a:gd name="connsiteY0" fmla="*/ 8626 h 442763"/>
              <a:gd name="connsiteX1" fmla="*/ 2770725 w 2822484"/>
              <a:gd name="connsiteY1" fmla="*/ 0 h 442763"/>
              <a:gd name="connsiteX2" fmla="*/ 2822484 w 2822484"/>
              <a:gd name="connsiteY2" fmla="*/ 442763 h 442763"/>
              <a:gd name="connsiteX3" fmla="*/ 0 w 2822484"/>
              <a:gd name="connsiteY3" fmla="*/ 382378 h 442763"/>
              <a:gd name="connsiteX4" fmla="*/ 94890 w 2822484"/>
              <a:gd name="connsiteY4" fmla="*/ 8626 h 442763"/>
              <a:gd name="connsiteX0" fmla="*/ 94890 w 2796605"/>
              <a:gd name="connsiteY0" fmla="*/ 8626 h 434137"/>
              <a:gd name="connsiteX1" fmla="*/ 2770725 w 2796605"/>
              <a:gd name="connsiteY1" fmla="*/ 0 h 434137"/>
              <a:gd name="connsiteX2" fmla="*/ 2796605 w 2796605"/>
              <a:gd name="connsiteY2" fmla="*/ 434137 h 434137"/>
              <a:gd name="connsiteX3" fmla="*/ 0 w 2796605"/>
              <a:gd name="connsiteY3" fmla="*/ 382378 h 434137"/>
              <a:gd name="connsiteX4" fmla="*/ 94890 w 2796605"/>
              <a:gd name="connsiteY4" fmla="*/ 8626 h 434137"/>
              <a:gd name="connsiteX0" fmla="*/ 94890 w 2796605"/>
              <a:gd name="connsiteY0" fmla="*/ 0 h 425511"/>
              <a:gd name="connsiteX1" fmla="*/ 2572318 w 2796605"/>
              <a:gd name="connsiteY1" fmla="*/ 0 h 425511"/>
              <a:gd name="connsiteX2" fmla="*/ 2796605 w 2796605"/>
              <a:gd name="connsiteY2" fmla="*/ 425511 h 425511"/>
              <a:gd name="connsiteX3" fmla="*/ 0 w 2796605"/>
              <a:gd name="connsiteY3" fmla="*/ 373752 h 425511"/>
              <a:gd name="connsiteX4" fmla="*/ 94890 w 2796605"/>
              <a:gd name="connsiteY4" fmla="*/ 0 h 425511"/>
              <a:gd name="connsiteX0" fmla="*/ 94890 w 2649956"/>
              <a:gd name="connsiteY0" fmla="*/ 0 h 391005"/>
              <a:gd name="connsiteX1" fmla="*/ 2572318 w 2649956"/>
              <a:gd name="connsiteY1" fmla="*/ 0 h 391005"/>
              <a:gd name="connsiteX2" fmla="*/ 2649956 w 2649956"/>
              <a:gd name="connsiteY2" fmla="*/ 391005 h 391005"/>
              <a:gd name="connsiteX3" fmla="*/ 0 w 2649956"/>
              <a:gd name="connsiteY3" fmla="*/ 373752 h 391005"/>
              <a:gd name="connsiteX4" fmla="*/ 94890 w 2649956"/>
              <a:gd name="connsiteY4" fmla="*/ 0 h 391005"/>
              <a:gd name="connsiteX0" fmla="*/ 43132 w 2598198"/>
              <a:gd name="connsiteY0" fmla="*/ 0 h 408257"/>
              <a:gd name="connsiteX1" fmla="*/ 2520560 w 2598198"/>
              <a:gd name="connsiteY1" fmla="*/ 0 h 408257"/>
              <a:gd name="connsiteX2" fmla="*/ 2598198 w 2598198"/>
              <a:gd name="connsiteY2" fmla="*/ 391005 h 408257"/>
              <a:gd name="connsiteX3" fmla="*/ 0 w 2598198"/>
              <a:gd name="connsiteY3" fmla="*/ 408257 h 408257"/>
              <a:gd name="connsiteX4" fmla="*/ 43132 w 2598198"/>
              <a:gd name="connsiteY4" fmla="*/ 0 h 408257"/>
              <a:gd name="connsiteX0" fmla="*/ 43132 w 2960508"/>
              <a:gd name="connsiteY0" fmla="*/ 8626 h 416883"/>
              <a:gd name="connsiteX1" fmla="*/ 2960508 w 2960508"/>
              <a:gd name="connsiteY1" fmla="*/ 0 h 416883"/>
              <a:gd name="connsiteX2" fmla="*/ 2598198 w 2960508"/>
              <a:gd name="connsiteY2" fmla="*/ 399631 h 416883"/>
              <a:gd name="connsiteX3" fmla="*/ 0 w 2960508"/>
              <a:gd name="connsiteY3" fmla="*/ 416883 h 416883"/>
              <a:gd name="connsiteX4" fmla="*/ 43132 w 2960508"/>
              <a:gd name="connsiteY4" fmla="*/ 8626 h 416883"/>
              <a:gd name="connsiteX0" fmla="*/ 43132 w 2960508"/>
              <a:gd name="connsiteY0" fmla="*/ 8626 h 416883"/>
              <a:gd name="connsiteX1" fmla="*/ 2960508 w 2960508"/>
              <a:gd name="connsiteY1" fmla="*/ 0 h 416883"/>
              <a:gd name="connsiteX2" fmla="*/ 2882870 w 2960508"/>
              <a:gd name="connsiteY2" fmla="*/ 408257 h 416883"/>
              <a:gd name="connsiteX3" fmla="*/ 0 w 2960508"/>
              <a:gd name="connsiteY3" fmla="*/ 416883 h 416883"/>
              <a:gd name="connsiteX4" fmla="*/ 43132 w 2960508"/>
              <a:gd name="connsiteY4" fmla="*/ 8626 h 416883"/>
              <a:gd name="connsiteX0" fmla="*/ 0 w 2995014"/>
              <a:gd name="connsiteY0" fmla="*/ 25879 h 416883"/>
              <a:gd name="connsiteX1" fmla="*/ 2995014 w 2995014"/>
              <a:gd name="connsiteY1" fmla="*/ 0 h 416883"/>
              <a:gd name="connsiteX2" fmla="*/ 2917376 w 2995014"/>
              <a:gd name="connsiteY2" fmla="*/ 408257 h 416883"/>
              <a:gd name="connsiteX3" fmla="*/ 34506 w 2995014"/>
              <a:gd name="connsiteY3" fmla="*/ 416883 h 416883"/>
              <a:gd name="connsiteX4" fmla="*/ 0 w 2995014"/>
              <a:gd name="connsiteY4" fmla="*/ 25879 h 416883"/>
              <a:gd name="connsiteX0" fmla="*/ 0 w 2995014"/>
              <a:gd name="connsiteY0" fmla="*/ 25879 h 416883"/>
              <a:gd name="connsiteX1" fmla="*/ 2995014 w 2995014"/>
              <a:gd name="connsiteY1" fmla="*/ 0 h 416883"/>
              <a:gd name="connsiteX2" fmla="*/ 2917376 w 2995014"/>
              <a:gd name="connsiteY2" fmla="*/ 408257 h 416883"/>
              <a:gd name="connsiteX3" fmla="*/ 60385 w 2995014"/>
              <a:gd name="connsiteY3" fmla="*/ 416883 h 416883"/>
              <a:gd name="connsiteX4" fmla="*/ 0 w 2995014"/>
              <a:gd name="connsiteY4" fmla="*/ 25879 h 416883"/>
              <a:gd name="connsiteX0" fmla="*/ 25879 w 3020893"/>
              <a:gd name="connsiteY0" fmla="*/ 25879 h 434136"/>
              <a:gd name="connsiteX1" fmla="*/ 3020893 w 3020893"/>
              <a:gd name="connsiteY1" fmla="*/ 0 h 434136"/>
              <a:gd name="connsiteX2" fmla="*/ 2943255 w 3020893"/>
              <a:gd name="connsiteY2" fmla="*/ 408257 h 434136"/>
              <a:gd name="connsiteX3" fmla="*/ 0 w 3020893"/>
              <a:gd name="connsiteY3" fmla="*/ 434136 h 434136"/>
              <a:gd name="connsiteX4" fmla="*/ 25879 w 3020893"/>
              <a:gd name="connsiteY4" fmla="*/ 25879 h 434136"/>
              <a:gd name="connsiteX0" fmla="*/ 51759 w 3020893"/>
              <a:gd name="connsiteY0" fmla="*/ 25879 h 434136"/>
              <a:gd name="connsiteX1" fmla="*/ 3020893 w 3020893"/>
              <a:gd name="connsiteY1" fmla="*/ 0 h 434136"/>
              <a:gd name="connsiteX2" fmla="*/ 2943255 w 3020893"/>
              <a:gd name="connsiteY2" fmla="*/ 408257 h 434136"/>
              <a:gd name="connsiteX3" fmla="*/ 0 w 3020893"/>
              <a:gd name="connsiteY3" fmla="*/ 434136 h 434136"/>
              <a:gd name="connsiteX4" fmla="*/ 51759 w 3020893"/>
              <a:gd name="connsiteY4" fmla="*/ 25879 h 434136"/>
              <a:gd name="connsiteX0" fmla="*/ 51759 w 2943255"/>
              <a:gd name="connsiteY0" fmla="*/ 34505 h 442762"/>
              <a:gd name="connsiteX1" fmla="*/ 1554403 w 2943255"/>
              <a:gd name="connsiteY1" fmla="*/ 0 h 442762"/>
              <a:gd name="connsiteX2" fmla="*/ 2943255 w 2943255"/>
              <a:gd name="connsiteY2" fmla="*/ 416883 h 442762"/>
              <a:gd name="connsiteX3" fmla="*/ 0 w 2943255"/>
              <a:gd name="connsiteY3" fmla="*/ 442762 h 442762"/>
              <a:gd name="connsiteX4" fmla="*/ 51759 w 2943255"/>
              <a:gd name="connsiteY4" fmla="*/ 34505 h 442762"/>
              <a:gd name="connsiteX0" fmla="*/ 51759 w 1571655"/>
              <a:gd name="connsiteY0" fmla="*/ 34505 h 442762"/>
              <a:gd name="connsiteX1" fmla="*/ 1554403 w 1571655"/>
              <a:gd name="connsiteY1" fmla="*/ 0 h 442762"/>
              <a:gd name="connsiteX2" fmla="*/ 1571655 w 1571655"/>
              <a:gd name="connsiteY2" fmla="*/ 425509 h 442762"/>
              <a:gd name="connsiteX3" fmla="*/ 0 w 1571655"/>
              <a:gd name="connsiteY3" fmla="*/ 442762 h 442762"/>
              <a:gd name="connsiteX4" fmla="*/ 51759 w 1571655"/>
              <a:gd name="connsiteY4" fmla="*/ 34505 h 442762"/>
              <a:gd name="connsiteX0" fmla="*/ 0 w 1519896"/>
              <a:gd name="connsiteY0" fmla="*/ 34505 h 434136"/>
              <a:gd name="connsiteX1" fmla="*/ 1502644 w 1519896"/>
              <a:gd name="connsiteY1" fmla="*/ 0 h 434136"/>
              <a:gd name="connsiteX2" fmla="*/ 1519896 w 1519896"/>
              <a:gd name="connsiteY2" fmla="*/ 425509 h 434136"/>
              <a:gd name="connsiteX3" fmla="*/ 34505 w 1519896"/>
              <a:gd name="connsiteY3" fmla="*/ 434136 h 434136"/>
              <a:gd name="connsiteX4" fmla="*/ 0 w 1519896"/>
              <a:gd name="connsiteY4" fmla="*/ 34505 h 434136"/>
              <a:gd name="connsiteX0" fmla="*/ 0 w 3365949"/>
              <a:gd name="connsiteY0" fmla="*/ 43132 h 442763"/>
              <a:gd name="connsiteX1" fmla="*/ 3365949 w 3365949"/>
              <a:gd name="connsiteY1" fmla="*/ 0 h 442763"/>
              <a:gd name="connsiteX2" fmla="*/ 1519896 w 3365949"/>
              <a:gd name="connsiteY2" fmla="*/ 434136 h 442763"/>
              <a:gd name="connsiteX3" fmla="*/ 34505 w 3365949"/>
              <a:gd name="connsiteY3" fmla="*/ 442763 h 442763"/>
              <a:gd name="connsiteX4" fmla="*/ 0 w 3365949"/>
              <a:gd name="connsiteY4" fmla="*/ 43132 h 442763"/>
              <a:gd name="connsiteX0" fmla="*/ 0 w 3365949"/>
              <a:gd name="connsiteY0" fmla="*/ 43132 h 442763"/>
              <a:gd name="connsiteX1" fmla="*/ 3365949 w 3365949"/>
              <a:gd name="connsiteY1" fmla="*/ 0 h 442763"/>
              <a:gd name="connsiteX2" fmla="*/ 3141662 w 3365949"/>
              <a:gd name="connsiteY2" fmla="*/ 434136 h 442763"/>
              <a:gd name="connsiteX3" fmla="*/ 34505 w 3365949"/>
              <a:gd name="connsiteY3" fmla="*/ 442763 h 442763"/>
              <a:gd name="connsiteX4" fmla="*/ 0 w 3365949"/>
              <a:gd name="connsiteY4" fmla="*/ 43132 h 442763"/>
              <a:gd name="connsiteX0" fmla="*/ 0 w 3202047"/>
              <a:gd name="connsiteY0" fmla="*/ 17253 h 416884"/>
              <a:gd name="connsiteX1" fmla="*/ 3202047 w 3202047"/>
              <a:gd name="connsiteY1" fmla="*/ 0 h 416884"/>
              <a:gd name="connsiteX2" fmla="*/ 3141662 w 3202047"/>
              <a:gd name="connsiteY2" fmla="*/ 408257 h 416884"/>
              <a:gd name="connsiteX3" fmla="*/ 34505 w 3202047"/>
              <a:gd name="connsiteY3" fmla="*/ 416884 h 416884"/>
              <a:gd name="connsiteX4" fmla="*/ 0 w 3202047"/>
              <a:gd name="connsiteY4" fmla="*/ 17253 h 416884"/>
              <a:gd name="connsiteX0" fmla="*/ 0 w 3202047"/>
              <a:gd name="connsiteY0" fmla="*/ 60385 h 460016"/>
              <a:gd name="connsiteX1" fmla="*/ 3202047 w 3202047"/>
              <a:gd name="connsiteY1" fmla="*/ 0 h 460016"/>
              <a:gd name="connsiteX2" fmla="*/ 3141662 w 3202047"/>
              <a:gd name="connsiteY2" fmla="*/ 451389 h 460016"/>
              <a:gd name="connsiteX3" fmla="*/ 34505 w 3202047"/>
              <a:gd name="connsiteY3" fmla="*/ 460016 h 460016"/>
              <a:gd name="connsiteX4" fmla="*/ 0 w 3202047"/>
              <a:gd name="connsiteY4" fmla="*/ 60385 h 460016"/>
              <a:gd name="connsiteX0" fmla="*/ 0 w 3202047"/>
              <a:gd name="connsiteY0" fmla="*/ 60385 h 460016"/>
              <a:gd name="connsiteX1" fmla="*/ 3202047 w 3202047"/>
              <a:gd name="connsiteY1" fmla="*/ 0 h 460016"/>
              <a:gd name="connsiteX2" fmla="*/ 3167541 w 3202047"/>
              <a:gd name="connsiteY2" fmla="*/ 416884 h 460016"/>
              <a:gd name="connsiteX3" fmla="*/ 34505 w 3202047"/>
              <a:gd name="connsiteY3" fmla="*/ 460016 h 460016"/>
              <a:gd name="connsiteX4" fmla="*/ 0 w 3202047"/>
              <a:gd name="connsiteY4" fmla="*/ 60385 h 4600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02047" h="460016">
                <a:moveTo>
                  <a:pt x="0" y="60385"/>
                </a:moveTo>
                <a:lnTo>
                  <a:pt x="3202047" y="0"/>
                </a:lnTo>
                <a:lnTo>
                  <a:pt x="3167541" y="416884"/>
                </a:lnTo>
                <a:lnTo>
                  <a:pt x="34505" y="460016"/>
                </a:lnTo>
                <a:lnTo>
                  <a:pt x="0" y="60385"/>
                </a:lnTo>
                <a:close/>
              </a:path>
            </a:pathLst>
          </a:custGeom>
          <a:solidFill>
            <a:srgbClr val="1A42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2" name="Inhaltsplatzhalter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de-DE" dirty="0"/>
              <a:t>CAMPUS CHAM</a:t>
            </a:r>
            <a:br>
              <a:rPr lang="de-DE" dirty="0"/>
            </a:br>
            <a:endParaRPr lang="de-DE" dirty="0">
              <a:solidFill>
                <a:srgbClr val="1A4273"/>
              </a:solidFill>
            </a:endParaRPr>
          </a:p>
        </p:txBody>
      </p:sp>
      <p:sp>
        <p:nvSpPr>
          <p:cNvPr id="11" name="Rechteck 10"/>
          <p:cNvSpPr/>
          <p:nvPr/>
        </p:nvSpPr>
        <p:spPr>
          <a:xfrm>
            <a:off x="0" y="6795435"/>
            <a:ext cx="12192000" cy="72000"/>
          </a:xfrm>
          <a:prstGeom prst="rect">
            <a:avLst/>
          </a:prstGeom>
          <a:solidFill>
            <a:srgbClr val="1A42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8" name="Titel 1"/>
          <p:cNvSpPr txBox="1">
            <a:spLocks/>
          </p:cNvSpPr>
          <p:nvPr/>
        </p:nvSpPr>
        <p:spPr bwMode="auto">
          <a:xfrm>
            <a:off x="1898848" y="2751598"/>
            <a:ext cx="3035994" cy="10699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accent1"/>
                </a:solidFill>
                <a:latin typeface="AvantGarde Bk BT" pitchFamily="34" charset="0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accent1"/>
                </a:solidFill>
                <a:latin typeface="Verdana" pitchFamily="34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accent1"/>
                </a:solidFill>
                <a:latin typeface="Verdana" pitchFamily="34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accent1"/>
                </a:solidFill>
                <a:latin typeface="Verdana" pitchFamily="34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accent1"/>
                </a:solidFill>
                <a:latin typeface="Verdana" pitchFamily="34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vantGarde Bk BT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vantGarde Bk BT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vantGarde Bk BT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vantGarde Bk BT" pitchFamily="34" charset="0"/>
              </a:defRPr>
            </a:lvl9pPr>
          </a:lstStyle>
          <a:p>
            <a:pPr>
              <a:lnSpc>
                <a:spcPct val="150000"/>
              </a:lnSpc>
            </a:pPr>
            <a:r>
              <a:rPr lang="de-DE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Dikonda Prajwal</a:t>
            </a:r>
          </a:p>
          <a:p>
            <a:pPr>
              <a:lnSpc>
                <a:spcPct val="150000"/>
              </a:lnSpc>
            </a:pPr>
            <a:r>
              <a:rPr lang="de-DE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Shetty Nishant</a:t>
            </a:r>
          </a:p>
          <a:p>
            <a:pPr>
              <a:lnSpc>
                <a:spcPct val="150000"/>
              </a:lnSpc>
            </a:pPr>
            <a:r>
              <a:rPr lang="de-DE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Dhavan Papiha</a:t>
            </a:r>
          </a:p>
        </p:txBody>
      </p:sp>
      <p:sp>
        <p:nvSpPr>
          <p:cNvPr id="19" name="Titel 1"/>
          <p:cNvSpPr txBox="1">
            <a:spLocks/>
          </p:cNvSpPr>
          <p:nvPr/>
        </p:nvSpPr>
        <p:spPr bwMode="auto">
          <a:xfrm>
            <a:off x="6675248" y="3375168"/>
            <a:ext cx="1153560" cy="5568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accent1"/>
                </a:solidFill>
                <a:latin typeface="AvantGarde Bk BT" pitchFamily="34" charset="0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accent1"/>
                </a:solidFill>
                <a:latin typeface="Verdana" pitchFamily="34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accent1"/>
                </a:solidFill>
                <a:latin typeface="Verdana" pitchFamily="34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accent1"/>
                </a:solidFill>
                <a:latin typeface="Verdana" pitchFamily="34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accent1"/>
                </a:solidFill>
                <a:latin typeface="Verdana" pitchFamily="34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vantGarde Bk BT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vantGarde Bk BT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vantGarde Bk BT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vantGarde Bk BT" pitchFamily="34" charset="0"/>
              </a:defRPr>
            </a:lvl9pPr>
          </a:lstStyle>
          <a:p>
            <a:pPr algn="r">
              <a:lnSpc>
                <a:spcPct val="150000"/>
              </a:lnSpc>
            </a:pPr>
            <a:r>
              <a:rPr lang="de-DE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Cham, </a:t>
            </a:r>
          </a:p>
        </p:txBody>
      </p:sp>
      <p:sp>
        <p:nvSpPr>
          <p:cNvPr id="14" name="Datumsplatzhalter 7"/>
          <p:cNvSpPr>
            <a:spLocks noGrp="1"/>
          </p:cNvSpPr>
          <p:nvPr>
            <p:ph type="dt" sz="half" idx="13"/>
          </p:nvPr>
        </p:nvSpPr>
        <p:spPr>
          <a:xfrm>
            <a:off x="7733903" y="3489945"/>
            <a:ext cx="1923721" cy="365125"/>
          </a:xfrm>
        </p:spPr>
        <p:txBody>
          <a:bodyPr/>
          <a:lstStyle/>
          <a:p>
            <a:r>
              <a:rPr lang="de-DE" sz="2000" b="1" dirty="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16.05.2025</a:t>
            </a:r>
          </a:p>
        </p:txBody>
      </p:sp>
      <p:pic>
        <p:nvPicPr>
          <p:cNvPr id="15" name="Picture 2" descr="http://tc-cham.hdu-deggendorf.de/images/stories/bildarchiv/bild_07_g.jpg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529715" y="4195275"/>
            <a:ext cx="2280000" cy="1710000"/>
          </a:xfrm>
          <a:prstGeom prst="rect">
            <a:avLst/>
          </a:prstGeom>
          <a:noFill/>
        </p:spPr>
      </p:pic>
      <p:pic>
        <p:nvPicPr>
          <p:cNvPr id="20" name="Grafik 19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10951" y="4195276"/>
            <a:ext cx="2238384" cy="1709999"/>
          </a:xfrm>
          <a:prstGeom prst="rect">
            <a:avLst/>
          </a:prstGeom>
        </p:spPr>
      </p:pic>
      <p:pic>
        <p:nvPicPr>
          <p:cNvPr id="21" name="Grafik 20"/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349335" y="4195275"/>
            <a:ext cx="3270085" cy="1710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2A99B7A-1E3E-EAEB-579B-A31967059865}"/>
              </a:ext>
            </a:extLst>
          </p:cNvPr>
          <p:cNvSpPr txBox="1"/>
          <p:nvPr/>
        </p:nvSpPr>
        <p:spPr>
          <a:xfrm>
            <a:off x="1898848" y="1721387"/>
            <a:ext cx="8970263" cy="510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400" b="1" dirty="0">
                <a:solidFill>
                  <a:srgbClr val="3257B8"/>
                </a:solidFill>
                <a:latin typeface="Arial Black" panose="020B0A04020102020204" pitchFamily="34" charset="0"/>
                <a:ea typeface="Roboto Slab" pitchFamily="34" charset="-122"/>
                <a:cs typeface="Roboto Slab" pitchFamily="34" charset="-120"/>
              </a:rPr>
              <a:t>EEG-Based BCI for Assistive Robotic Arm Control</a:t>
            </a:r>
            <a:endParaRPr lang="en-US" sz="2400" b="1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68627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/>
          <p:cNvSpPr/>
          <p:nvPr/>
        </p:nvSpPr>
        <p:spPr>
          <a:xfrm>
            <a:off x="1524" y="6786000"/>
            <a:ext cx="12192000" cy="72000"/>
          </a:xfrm>
          <a:prstGeom prst="rect">
            <a:avLst/>
          </a:prstGeom>
          <a:solidFill>
            <a:srgbClr val="1A42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5"/>
          </p:nvPr>
        </p:nvSpPr>
        <p:spPr>
          <a:xfrm>
            <a:off x="9039225" y="6356350"/>
            <a:ext cx="2743200" cy="365125"/>
          </a:xfrm>
        </p:spPr>
        <p:txBody>
          <a:bodyPr/>
          <a:lstStyle/>
          <a:p>
            <a:fld id="{05FEBB84-A833-4D9F-8E64-647D4209DE1B}" type="slidenum">
              <a:rPr lang="de-DE" smtClean="0"/>
              <a:t>3</a:t>
            </a:fld>
            <a:endParaRPr lang="de-DE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53F4C3-B214-1803-B23F-25167693B0D1}"/>
              </a:ext>
            </a:extLst>
          </p:cNvPr>
          <p:cNvSpPr txBox="1"/>
          <p:nvPr/>
        </p:nvSpPr>
        <p:spPr>
          <a:xfrm>
            <a:off x="90078" y="822251"/>
            <a:ext cx="11705463" cy="541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3200" dirty="0">
                <a:solidFill>
                  <a:srgbClr val="3257B8"/>
                </a:solidFill>
                <a:latin typeface="Arial Black" panose="020B0A04020102020204" pitchFamily="34" charset="0"/>
                <a:ea typeface="Roboto Slab" pitchFamily="34" charset="-122"/>
                <a:cs typeface="Roboto Slab" pitchFamily="34" charset="-120"/>
              </a:rPr>
              <a:t>EEG-Based BCI for Assistive Robotic Arm Control</a:t>
            </a:r>
            <a:endParaRPr lang="en-US" sz="3200" dirty="0">
              <a:latin typeface="Arial Black" panose="020B0A040201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69426F0-7DF5-9E25-BE5A-83486A6C29AC}"/>
              </a:ext>
            </a:extLst>
          </p:cNvPr>
          <p:cNvSpPr txBox="1"/>
          <p:nvPr/>
        </p:nvSpPr>
        <p:spPr>
          <a:xfrm>
            <a:off x="320224" y="2203366"/>
            <a:ext cx="6912864" cy="7880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800" dirty="0">
                <a:solidFill>
                  <a:srgbClr val="15213F"/>
                </a:solidFill>
                <a:ea typeface="Roboto" pitchFamily="34" charset="-122"/>
                <a:cs typeface="Roboto" pitchFamily="34" charset="-120"/>
              </a:rPr>
              <a:t>A complete Brain–Computer Interface pipeline that decodes motor imagery signals from EEG and translates them into real-time robotic commands — validated in Gazebo  simulation via ROS2.</a:t>
            </a:r>
            <a:endParaRPr lang="en-US" sz="18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555339"/>
            <a:ext cx="3429000" cy="5143500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0BE927C6-28B5-AACB-5C40-E2ECBB20768C}"/>
              </a:ext>
            </a:extLst>
          </p:cNvPr>
          <p:cNvGrpSpPr/>
          <p:nvPr/>
        </p:nvGrpSpPr>
        <p:grpSpPr>
          <a:xfrm>
            <a:off x="487680" y="3429000"/>
            <a:ext cx="2785872" cy="366179"/>
            <a:chOff x="496119" y="3407792"/>
            <a:chExt cx="2731007" cy="266402"/>
          </a:xfrm>
        </p:grpSpPr>
        <p:sp>
          <p:nvSpPr>
            <p:cNvPr id="11" name="Shape 2"/>
            <p:cNvSpPr/>
            <p:nvPr/>
          </p:nvSpPr>
          <p:spPr>
            <a:xfrm>
              <a:off x="496119" y="3407792"/>
              <a:ext cx="2645952" cy="266402"/>
            </a:xfrm>
            <a:prstGeom prst="roundRect">
              <a:avLst>
                <a:gd name="adj" fmla="val 6386"/>
              </a:avLst>
            </a:prstGeom>
            <a:solidFill>
              <a:srgbClr val="D7DFF4"/>
            </a:solidFill>
            <a:ln/>
          </p:spPr>
        </p:sp>
        <p:sp>
          <p:nvSpPr>
            <p:cNvPr id="12" name="Text 3"/>
            <p:cNvSpPr/>
            <p:nvPr/>
          </p:nvSpPr>
          <p:spPr>
            <a:xfrm>
              <a:off x="581173" y="3450282"/>
              <a:ext cx="2645953" cy="22391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400"/>
                </a:lnSpc>
                <a:buNone/>
              </a:pPr>
              <a:r>
                <a:rPr lang="en-US" sz="1600" dirty="0">
                  <a:solidFill>
                    <a:srgbClr val="15213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METHODOLOGY OVERVIEW</a:t>
              </a:r>
              <a:endParaRPr lang="en-US" sz="1600" dirty="0"/>
            </a:p>
          </p:txBody>
        </p:sp>
      </p:grpSp>
    </p:spTree>
    <p:extLst>
      <p:ext uri="{BB962C8B-B14F-4D97-AF65-F5344CB8AC3E}">
        <p14:creationId xmlns:p14="http://schemas.microsoft.com/office/powerpoint/2010/main" val="12712547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0CB3B4-27B8-7708-6188-56F1E7BE5D3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5FEBB84-A833-4D9F-8E64-647D4209DE1B}" type="slidenum">
              <a:rPr lang="de-DE" smtClean="0"/>
              <a:t>4</a:t>
            </a:fld>
            <a:endParaRPr lang="de-DE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581ADE-E798-C978-343D-40176D25DB03}"/>
              </a:ext>
            </a:extLst>
          </p:cNvPr>
          <p:cNvSpPr txBox="1"/>
          <p:nvPr/>
        </p:nvSpPr>
        <p:spPr>
          <a:xfrm>
            <a:off x="340614" y="301679"/>
            <a:ext cx="6094476" cy="4492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3200" b="1" dirty="0">
                <a:solidFill>
                  <a:srgbClr val="3257B8"/>
                </a:solidFill>
                <a:ea typeface="Roboto Slab" pitchFamily="34" charset="-122"/>
                <a:cs typeface="Roboto Slab" pitchFamily="34" charset="-120"/>
              </a:rPr>
              <a:t>System Architecture</a:t>
            </a:r>
            <a:endParaRPr lang="en-US" sz="3200" b="1" dirty="0"/>
          </a:p>
        </p:txBody>
      </p:sp>
      <p:sp>
        <p:nvSpPr>
          <p:cNvPr id="9" name="Text 1"/>
          <p:cNvSpPr/>
          <p:nvPr/>
        </p:nvSpPr>
        <p:spPr>
          <a:xfrm>
            <a:off x="437414" y="1098516"/>
            <a:ext cx="7274949" cy="435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pipeline </a:t>
            </a:r>
            <a:r>
              <a:rPr lang="en-US" dirty="0">
                <a:solidFill>
                  <a:srgbClr val="15213F"/>
                </a:solidFill>
                <a:ea typeface="Roboto" pitchFamily="34" charset="-122"/>
                <a:cs typeface="Roboto" pitchFamily="34" charset="-120"/>
              </a:rPr>
              <a:t>flows</a:t>
            </a:r>
            <a:r>
              <a:rPr lang="en-US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from raw brain signal to physical robotic action across seven tightly integrated stages.</a:t>
            </a:r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370BF584-2827-558B-268D-AF66FF36C8EA}"/>
              </a:ext>
            </a:extLst>
          </p:cNvPr>
          <p:cNvGrpSpPr/>
          <p:nvPr/>
        </p:nvGrpSpPr>
        <p:grpSpPr>
          <a:xfrm>
            <a:off x="2065511" y="1640755"/>
            <a:ext cx="6545089" cy="3576489"/>
            <a:chOff x="1299418" y="1029370"/>
            <a:chExt cx="6545089" cy="3576489"/>
          </a:xfrm>
        </p:grpSpPr>
        <p:pic>
          <p:nvPicPr>
            <p:cNvPr id="10" name="Image 0" descr="preencoded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99418" y="1029370"/>
              <a:ext cx="6545089" cy="3576489"/>
            </a:xfrm>
            <a:prstGeom prst="rect">
              <a:avLst/>
            </a:prstGeom>
          </p:spPr>
        </p:pic>
        <p:sp>
          <p:nvSpPr>
            <p:cNvPr id="11" name="Text 2"/>
            <p:cNvSpPr/>
            <p:nvPr/>
          </p:nvSpPr>
          <p:spPr>
            <a:xfrm>
              <a:off x="2162501" y="2705167"/>
              <a:ext cx="1516546" cy="20633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1600"/>
                </a:lnSpc>
                <a:buNone/>
              </a:pPr>
              <a:r>
                <a:rPr lang="en-US" sz="1250" dirty="0">
                  <a:solidFill>
                    <a:srgbClr val="3257B8"/>
                  </a:solidFill>
                  <a:latin typeface="Roboto Slab" pitchFamily="34" charset="0"/>
                  <a:ea typeface="Roboto Slab" pitchFamily="34" charset="-122"/>
                  <a:cs typeface="Roboto Slab" pitchFamily="34" charset="-120"/>
                </a:rPr>
                <a:t>EEG Acquisition</a:t>
              </a:r>
              <a:endParaRPr lang="en-US" sz="1250" dirty="0"/>
            </a:p>
          </p:txBody>
        </p:sp>
        <p:sp>
          <p:nvSpPr>
            <p:cNvPr id="12" name="Text 3"/>
            <p:cNvSpPr/>
            <p:nvPr/>
          </p:nvSpPr>
          <p:spPr>
            <a:xfrm>
              <a:off x="5992037" y="2681897"/>
              <a:ext cx="1516546" cy="20633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1600"/>
                </a:lnSpc>
                <a:buNone/>
              </a:pPr>
              <a:r>
                <a:rPr lang="en-US" sz="1250" dirty="0">
                  <a:solidFill>
                    <a:srgbClr val="3257B8"/>
                  </a:solidFill>
                  <a:latin typeface="Roboto Slab" pitchFamily="34" charset="0"/>
                  <a:ea typeface="Roboto Slab" pitchFamily="34" charset="-122"/>
                  <a:cs typeface="Roboto Slab" pitchFamily="34" charset="-120"/>
                </a:rPr>
                <a:t>Feature Extraction</a:t>
              </a:r>
              <a:endParaRPr lang="en-US" sz="1250" dirty="0"/>
            </a:p>
          </p:txBody>
        </p:sp>
        <p:sp>
          <p:nvSpPr>
            <p:cNvPr id="13" name="Text 4"/>
            <p:cNvSpPr/>
            <p:nvPr/>
          </p:nvSpPr>
          <p:spPr>
            <a:xfrm>
              <a:off x="4121287" y="2586182"/>
              <a:ext cx="1516546" cy="41266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ts val="1600"/>
                </a:lnSpc>
                <a:buNone/>
              </a:pPr>
              <a:r>
                <a:rPr lang="en-US" sz="1250" dirty="0">
                  <a:solidFill>
                    <a:srgbClr val="3257B8"/>
                  </a:solidFill>
                  <a:latin typeface="Roboto Slab" pitchFamily="34" charset="0"/>
                  <a:ea typeface="Roboto Slab" pitchFamily="34" charset="-122"/>
                  <a:cs typeface="Roboto Slab" pitchFamily="34" charset="-120"/>
                </a:rPr>
                <a:t>Grasp / Release Action</a:t>
              </a:r>
              <a:endParaRPr lang="en-US" sz="1250" dirty="0"/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C765C620-FA7C-F5F1-CFFE-835A04705B41}"/>
              </a:ext>
            </a:extLst>
          </p:cNvPr>
          <p:cNvSpPr txBox="1"/>
          <p:nvPr/>
        </p:nvSpPr>
        <p:spPr>
          <a:xfrm>
            <a:off x="209930" y="5351348"/>
            <a:ext cx="90633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Each stage is modular and independently replaceable, enabling safe simulation-first validation before deployment on physical hardware.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318624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55F340-E1F9-4629-896B-D405B1AC7F1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5FEBB84-A833-4D9F-8E64-647D4209DE1B}" type="slidenum">
              <a:rPr lang="de-DE" smtClean="0"/>
              <a:t>5</a:t>
            </a:fld>
            <a:endParaRPr lang="de-DE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A54AFA4-C713-5C92-D7B8-797DD90530F1}"/>
              </a:ext>
            </a:extLst>
          </p:cNvPr>
          <p:cNvSpPr txBox="1"/>
          <p:nvPr/>
        </p:nvSpPr>
        <p:spPr>
          <a:xfrm>
            <a:off x="304799" y="499005"/>
            <a:ext cx="6585527" cy="541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3200" b="1" dirty="0">
                <a:solidFill>
                  <a:srgbClr val="3257B8"/>
                </a:solidFill>
                <a:ea typeface="Roboto Slab" pitchFamily="34" charset="-122"/>
                <a:cs typeface="Roboto Slab" pitchFamily="34" charset="-120"/>
              </a:rPr>
              <a:t>Stage 1 — EEG Data Acquisition</a:t>
            </a:r>
            <a:endParaRPr lang="en-US" sz="3200" b="1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91CFAC6-D413-38B4-DAEF-0AF5635AC7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799" y="1937773"/>
            <a:ext cx="7346787" cy="3782410"/>
          </a:xfrm>
          <a:prstGeom prst="rect">
            <a:avLst/>
          </a:prstGeom>
        </p:spPr>
      </p:pic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0064" y="1109446"/>
            <a:ext cx="3429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56252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0D0A4B-57F2-FCC5-27D7-81F150B8E66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5FEBB84-A833-4D9F-8E64-647D4209DE1B}" type="slidenum">
              <a:rPr lang="de-DE" smtClean="0"/>
              <a:t>6</a:t>
            </a:fld>
            <a:endParaRPr lang="de-DE" dirty="0"/>
          </a:p>
        </p:txBody>
      </p:sp>
      <p:sp>
        <p:nvSpPr>
          <p:cNvPr id="7" name="Text 0"/>
          <p:cNvSpPr/>
          <p:nvPr/>
        </p:nvSpPr>
        <p:spPr>
          <a:xfrm>
            <a:off x="150997" y="283127"/>
            <a:ext cx="4545696" cy="714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3200" b="1" dirty="0">
                <a:solidFill>
                  <a:srgbClr val="3257B8"/>
                </a:solidFill>
                <a:ea typeface="Roboto Slab" pitchFamily="34" charset="-122"/>
                <a:cs typeface="Roboto Slab" pitchFamily="34" charset="-120"/>
              </a:rPr>
              <a:t>Stage 2 — Signal Preprocessing</a:t>
            </a:r>
            <a:endParaRPr lang="en-US" sz="32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51E6B97-E738-2330-AAC3-AB3E1C77F5E7}"/>
              </a:ext>
            </a:extLst>
          </p:cNvPr>
          <p:cNvSpPr txBox="1"/>
          <p:nvPr/>
        </p:nvSpPr>
        <p:spPr>
          <a:xfrm>
            <a:off x="175490" y="1109013"/>
            <a:ext cx="1027083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Raw EEG is corrupted by eye blinks, muscle movement, electrical interference, and electrode motion. Two sequential steps restore signal integrity</a:t>
            </a:r>
            <a:endParaRPr lang="en-IN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195" y="1930185"/>
            <a:ext cx="4093114" cy="409311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E65AEC7-E3D1-AF99-8FCF-00594CD1C733}"/>
              </a:ext>
            </a:extLst>
          </p:cNvPr>
          <p:cNvSpPr txBox="1"/>
          <p:nvPr/>
        </p:nvSpPr>
        <p:spPr>
          <a:xfrm>
            <a:off x="4913745" y="2322655"/>
            <a:ext cx="1985819" cy="2841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20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Why 8–30 Hz?</a:t>
            </a:r>
            <a:endParaRPr lang="en-US" sz="20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50B3803-977C-ADDD-A5FD-D918B45DC2AB}"/>
              </a:ext>
            </a:extLst>
          </p:cNvPr>
          <p:cNvSpPr txBox="1"/>
          <p:nvPr/>
        </p:nvSpPr>
        <p:spPr>
          <a:xfrm>
            <a:off x="4696693" y="2906125"/>
            <a:ext cx="6096000" cy="2679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18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Motor imagery information resides in two key bands:</a:t>
            </a:r>
            <a:endParaRPr lang="en-US" sz="18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AA59BE8-697A-219A-74EC-F0F0CB79EEE0}"/>
              </a:ext>
            </a:extLst>
          </p:cNvPr>
          <p:cNvSpPr txBox="1"/>
          <p:nvPr/>
        </p:nvSpPr>
        <p:spPr>
          <a:xfrm>
            <a:off x="4562763" y="3321841"/>
            <a:ext cx="6096000" cy="5757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lnSpc>
                <a:spcPts val="1150"/>
              </a:lnSpc>
              <a:buSzPct val="100000"/>
              <a:buChar char="•"/>
            </a:pPr>
            <a:r>
              <a:rPr lang="en-US" sz="18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Mu (8–13 Hz)</a:t>
            </a:r>
            <a:r>
              <a:rPr lang="en-US" sz="18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motor cortex idling activity</a:t>
            </a:r>
            <a:endParaRPr lang="en-US" sz="1800" dirty="0"/>
          </a:p>
          <a:p>
            <a:pPr marL="342900" indent="-342900" algn="l">
              <a:lnSpc>
                <a:spcPts val="1150"/>
              </a:lnSpc>
              <a:buSzPct val="100000"/>
              <a:buChar char="•"/>
            </a:pPr>
            <a:endParaRPr lang="en-US" b="1" dirty="0">
              <a:solidFill>
                <a:srgbClr val="15213F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  <a:p>
            <a:pPr marL="342900" indent="-342900" algn="l">
              <a:lnSpc>
                <a:spcPts val="1150"/>
              </a:lnSpc>
              <a:buSzPct val="100000"/>
              <a:buChar char="•"/>
            </a:pPr>
            <a:r>
              <a:rPr lang="en-US" sz="18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Beta (13–30 Hz)</a:t>
            </a:r>
            <a:r>
              <a:rPr lang="en-US" sz="18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movement imagination signatures</a:t>
            </a:r>
            <a:endParaRPr lang="en-US" sz="1800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7600DD80-2329-A1DA-853A-91375C5E519C}"/>
              </a:ext>
            </a:extLst>
          </p:cNvPr>
          <p:cNvGrpSpPr/>
          <p:nvPr/>
        </p:nvGrpSpPr>
        <p:grpSpPr>
          <a:xfrm>
            <a:off x="4696693" y="4571730"/>
            <a:ext cx="6550891" cy="731762"/>
            <a:chOff x="3227788" y="3576713"/>
            <a:chExt cx="3538463" cy="528786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F2D5705E-7DBE-2626-1ABD-088BA3901B62}"/>
                </a:ext>
              </a:extLst>
            </p:cNvPr>
            <p:cNvGrpSpPr/>
            <p:nvPr/>
          </p:nvGrpSpPr>
          <p:grpSpPr>
            <a:xfrm>
              <a:off x="3227788" y="3576713"/>
              <a:ext cx="3538463" cy="528786"/>
              <a:chOff x="4706392" y="3108275"/>
              <a:chExt cx="3538463" cy="528786"/>
            </a:xfrm>
          </p:grpSpPr>
          <p:sp>
            <p:nvSpPr>
              <p:cNvPr id="20" name="Shape 5"/>
              <p:cNvSpPr/>
              <p:nvPr/>
            </p:nvSpPr>
            <p:spPr>
              <a:xfrm>
                <a:off x="4706392" y="3108275"/>
                <a:ext cx="3538463" cy="528786"/>
              </a:xfrm>
              <a:prstGeom prst="roundRect">
                <a:avLst>
                  <a:gd name="adj" fmla="val 3016"/>
                </a:avLst>
              </a:prstGeom>
              <a:solidFill>
                <a:srgbClr val="B6D6FC"/>
              </a:solidFill>
              <a:ln/>
            </p:spPr>
          </p:sp>
          <p:sp>
            <p:nvSpPr>
              <p:cNvPr id="21" name="Text 6"/>
              <p:cNvSpPr/>
              <p:nvPr/>
            </p:nvSpPr>
            <p:spPr>
              <a:xfrm>
                <a:off x="5051822" y="3214539"/>
                <a:ext cx="3086770" cy="29765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1150"/>
                  </a:lnSpc>
                  <a:buNone/>
                </a:pPr>
                <a:r>
                  <a:rPr lang="en-US" sz="1200" dirty="0">
                    <a:solidFill>
                      <a:srgbClr val="000000"/>
                    </a:solidFill>
                    <a:latin typeface="Roboto" pitchFamily="34" charset="0"/>
                    <a:ea typeface="Roboto" pitchFamily="34" charset="-122"/>
                    <a:cs typeface="Roboto" pitchFamily="34" charset="-120"/>
                  </a:rPr>
                  <a:t>ICA is particularly effective at isolating eye-blink artefacts, which are among the most disruptive noise sources in EEG recordings.</a:t>
                </a:r>
                <a:endParaRPr lang="en-US" sz="1200" dirty="0"/>
              </a:p>
            </p:txBody>
          </p:sp>
        </p:grpSp>
        <p:pic>
          <p:nvPicPr>
            <p:cNvPr id="19" name="Image 2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371095" y="3682977"/>
              <a:ext cx="134837" cy="10780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567585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F3E799-1092-CABD-BF09-833F9494B90C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5FEBB84-A833-4D9F-8E64-647D4209DE1B}" type="slidenum">
              <a:rPr lang="de-DE" smtClean="0"/>
              <a:t>7</a:t>
            </a:fld>
            <a:endParaRPr lang="de-DE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09972C7-41F3-F0BB-62B3-D490CAC83C38}"/>
              </a:ext>
            </a:extLst>
          </p:cNvPr>
          <p:cNvSpPr txBox="1"/>
          <p:nvPr/>
        </p:nvSpPr>
        <p:spPr>
          <a:xfrm>
            <a:off x="230909" y="360460"/>
            <a:ext cx="6096000" cy="541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3200" b="1" dirty="0">
                <a:solidFill>
                  <a:srgbClr val="3257B8"/>
                </a:solidFill>
                <a:ea typeface="Roboto Slab" pitchFamily="34" charset="-122"/>
                <a:cs typeface="Roboto Slab" pitchFamily="34" charset="-120"/>
              </a:rPr>
              <a:t>Stage 3 — Feature Extraction</a:t>
            </a:r>
            <a:endParaRPr lang="en-US" sz="3200" b="1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17D12D0-8874-7A30-A192-42D970F830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017" y="1417248"/>
            <a:ext cx="11506340" cy="4337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59977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7D27E9-98F4-D6EC-A9AD-311CDEB116A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5FEBB84-A833-4D9F-8E64-647D4209DE1B}" type="slidenum">
              <a:rPr lang="de-DE" smtClean="0"/>
              <a:t>8</a:t>
            </a:fld>
            <a:endParaRPr lang="de-DE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8841D0E-F4C1-7EC0-368F-290DCA6985A0}"/>
              </a:ext>
            </a:extLst>
          </p:cNvPr>
          <p:cNvSpPr txBox="1"/>
          <p:nvPr/>
        </p:nvSpPr>
        <p:spPr>
          <a:xfrm>
            <a:off x="230909" y="208250"/>
            <a:ext cx="6096000" cy="528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3200" b="1" dirty="0">
                <a:solidFill>
                  <a:srgbClr val="3257B8"/>
                </a:solidFill>
                <a:ea typeface="Roboto Slab" pitchFamily="34" charset="-122"/>
                <a:cs typeface="Roboto Slab" pitchFamily="34" charset="-120"/>
              </a:rPr>
              <a:t>Stage 4 — Classification &amp; Safety</a:t>
            </a:r>
            <a:endParaRPr lang="en-US" sz="3200" b="1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A09119D-144D-4C48-13A2-8603929CEC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581" y="964932"/>
            <a:ext cx="10640291" cy="4928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23332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34A87A-F181-9BAB-BAA0-2C29F02DC3B8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5FEBB84-A833-4D9F-8E64-647D4209DE1B}" type="slidenum">
              <a:rPr lang="de-DE" smtClean="0"/>
              <a:t>9</a:t>
            </a:fld>
            <a:endParaRPr lang="de-DE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0415881-081D-8326-A03B-6AF9B5084B63}"/>
              </a:ext>
            </a:extLst>
          </p:cNvPr>
          <p:cNvSpPr txBox="1"/>
          <p:nvPr/>
        </p:nvSpPr>
        <p:spPr>
          <a:xfrm>
            <a:off x="166254" y="176115"/>
            <a:ext cx="7564581" cy="5180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3200" b="1" dirty="0">
                <a:solidFill>
                  <a:srgbClr val="3257B8"/>
                </a:solidFill>
                <a:ea typeface="Roboto Slab" pitchFamily="2" charset="0"/>
                <a:cs typeface="Roboto Slab" pitchFamily="2" charset="0"/>
              </a:rPr>
              <a:t>Stage 5 &amp; 6 — ROS2 + Gazebo  Simulation</a:t>
            </a:r>
            <a:endParaRPr lang="en-US" sz="3200" b="1" dirty="0">
              <a:ea typeface="Roboto Slab" pitchFamily="2" charset="0"/>
              <a:cs typeface="Roboto Slab" pitchFamily="2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B491830-AF03-FB5C-FCBD-5F393ECB320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972"/>
          <a:stretch>
            <a:fillRect/>
          </a:stretch>
        </p:blipFill>
        <p:spPr>
          <a:xfrm>
            <a:off x="92363" y="823476"/>
            <a:ext cx="11739418" cy="521104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FCF1415-A1A3-5672-EA33-988C9CE99E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419" y="5528304"/>
            <a:ext cx="764301" cy="25476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490E827-1F14-161C-761E-A81769901EE2}"/>
              </a:ext>
            </a:extLst>
          </p:cNvPr>
          <p:cNvSpPr txBox="1"/>
          <p:nvPr/>
        </p:nvSpPr>
        <p:spPr>
          <a:xfrm>
            <a:off x="965812" y="5475294"/>
            <a:ext cx="7643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It</a:t>
            </a:r>
            <a:endParaRPr lang="en-IN" sz="14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05787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4F1035-0C82-0BC8-34EA-B48F0EA9AF6C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5FEBB84-A833-4D9F-8E64-647D4209DE1B}" type="slidenum">
              <a:rPr lang="de-DE" smtClean="0"/>
              <a:t>10</a:t>
            </a:fld>
            <a:endParaRPr lang="de-DE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C01DEDF-D103-1818-5EC5-2032FDB742FE}"/>
              </a:ext>
            </a:extLst>
          </p:cNvPr>
          <p:cNvSpPr txBox="1"/>
          <p:nvPr/>
        </p:nvSpPr>
        <p:spPr>
          <a:xfrm>
            <a:off x="203200" y="319850"/>
            <a:ext cx="6096000" cy="4892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3200" b="1" dirty="0">
                <a:solidFill>
                  <a:srgbClr val="3257B8"/>
                </a:solidFill>
                <a:ea typeface="Roboto Slab" pitchFamily="34" charset="-122"/>
                <a:cs typeface="Roboto Slab" pitchFamily="34" charset="-120"/>
              </a:rPr>
              <a:t>Real-Time Processing Pipeline</a:t>
            </a:r>
            <a:endParaRPr lang="en-US" sz="3200" b="1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E808D6E-D133-5467-16EF-B8DFE296DD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036" y="1084920"/>
            <a:ext cx="10178473" cy="508504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86C90EE-ED11-0EF5-4D57-A9CEF4D9F1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6970" y="5773080"/>
            <a:ext cx="990651" cy="27306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ACDE13F-0C46-19AD-ABF8-520317F1F8D7}"/>
              </a:ext>
            </a:extLst>
          </p:cNvPr>
          <p:cNvSpPr txBox="1"/>
          <p:nvPr/>
        </p:nvSpPr>
        <p:spPr>
          <a:xfrm>
            <a:off x="3334511" y="5786238"/>
            <a:ext cx="11155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Gazebo</a:t>
            </a:r>
            <a:endParaRPr lang="en-IN" sz="12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51698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1ED8FF-E642-3CA3-810E-6EA7F72974A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5FEBB84-A833-4D9F-8E64-647D4209DE1B}" type="slidenum">
              <a:rPr lang="de-DE" smtClean="0"/>
              <a:t>11</a:t>
            </a:fld>
            <a:endParaRPr lang="de-DE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5B521AF-E773-E5D7-6A23-8BD5B76FF793}"/>
              </a:ext>
            </a:extLst>
          </p:cNvPr>
          <p:cNvSpPr txBox="1"/>
          <p:nvPr/>
        </p:nvSpPr>
        <p:spPr>
          <a:xfrm>
            <a:off x="129309" y="383742"/>
            <a:ext cx="6096000" cy="528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3350"/>
              </a:lnSpc>
              <a:buNone/>
            </a:pPr>
            <a:r>
              <a:rPr lang="en-US" sz="3200" b="1" dirty="0">
                <a:solidFill>
                  <a:srgbClr val="3257B8"/>
                </a:solidFill>
                <a:ea typeface="Roboto Slab" pitchFamily="34" charset="-122"/>
                <a:cs typeface="Roboto Slab" pitchFamily="34" charset="-120"/>
              </a:rPr>
              <a:t>Software Stack &amp; Advantages</a:t>
            </a:r>
            <a:endParaRPr lang="en-US" sz="3200" b="1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53C377F-84B2-3083-8805-F740836977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164" y="912092"/>
            <a:ext cx="11083636" cy="508462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221282E-8763-606E-827F-25845D1D99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7309" y="4454519"/>
            <a:ext cx="1001499" cy="37055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EB23E15-66A4-57F4-09D8-BD164BD39A20}"/>
              </a:ext>
            </a:extLst>
          </p:cNvPr>
          <p:cNvSpPr txBox="1"/>
          <p:nvPr/>
        </p:nvSpPr>
        <p:spPr>
          <a:xfrm>
            <a:off x="3292411" y="4381978"/>
            <a:ext cx="8863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Gazebo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205072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65E198-1BCB-3B93-6EC8-0BC3C2D1106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5FEBB84-A833-4D9F-8E64-647D4209DE1B}" type="slidenum">
              <a:rPr lang="de-DE" smtClean="0"/>
              <a:t>12</a:t>
            </a:fld>
            <a:endParaRPr lang="de-DE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1FDBAA9-D529-EF19-7BBE-F3F45A79CD5C}"/>
              </a:ext>
            </a:extLst>
          </p:cNvPr>
          <p:cNvSpPr txBox="1"/>
          <p:nvPr/>
        </p:nvSpPr>
        <p:spPr>
          <a:xfrm>
            <a:off x="230909" y="351986"/>
            <a:ext cx="6096000" cy="497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3200" b="1" dirty="0">
                <a:solidFill>
                  <a:srgbClr val="3257B8"/>
                </a:solidFill>
                <a:ea typeface="Roboto Slab" pitchFamily="34" charset="-122"/>
                <a:cs typeface="Roboto Slab" pitchFamily="34" charset="-120"/>
              </a:rPr>
              <a:t>Conclusion &amp; Future Scope</a:t>
            </a:r>
            <a:endParaRPr lang="en-US" sz="3200" b="1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1528" y="996428"/>
            <a:ext cx="4045527" cy="514764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EB80C99-9D5F-23A7-080D-8A7EF6939F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909" y="1040724"/>
            <a:ext cx="6505700" cy="5059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81040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STYLE_ID" val="c90ee1e1-c015-415f-8aa1-dd21303cc84c"/>
</p:tagLst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241</Words>
  <Application>Microsoft Office PowerPoint</Application>
  <PresentationFormat>Widescreen</PresentationFormat>
  <Paragraphs>45</Paragraphs>
  <Slides>12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  <vt:variant>
        <vt:lpstr>Custom Shows</vt:lpstr>
      </vt:variant>
      <vt:variant>
        <vt:i4>1</vt:i4>
      </vt:variant>
    </vt:vector>
  </HeadingPairs>
  <TitlesOfParts>
    <vt:vector size="22" baseType="lpstr">
      <vt:lpstr>Arial</vt:lpstr>
      <vt:lpstr>Arial Black</vt:lpstr>
      <vt:lpstr>AvantGarde Bk BT</vt:lpstr>
      <vt:lpstr>Calibri</vt:lpstr>
      <vt:lpstr>Calibri Light</vt:lpstr>
      <vt:lpstr>Roboto</vt:lpstr>
      <vt:lpstr>Roboto Slab</vt:lpstr>
      <vt:lpstr>Verdana</vt:lpstr>
      <vt:lpstr>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Zielgruppenpräsentation 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Sandra Maier</dc:creator>
  <cp:lastModifiedBy>Papiha Dhavan</cp:lastModifiedBy>
  <cp:revision>275</cp:revision>
  <cp:lastPrinted>2020-09-08T09:40:15Z</cp:lastPrinted>
  <dcterms:created xsi:type="dcterms:W3CDTF">2019-09-09T12:43:43Z</dcterms:created>
  <dcterms:modified xsi:type="dcterms:W3CDTF">2026-05-15T03:42:20Z</dcterms:modified>
</cp:coreProperties>
</file>