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6031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Brain-Computer Interface: From GDF Headers to UR5e Robot Actuation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45058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Closed-Loop Machine Learning &amp; ROS2/Gazebo Control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1459"/>
            <a:ext cx="1106537" cy="215354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23949"/>
            <a:ext cx="139362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5351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Inside the General Data Format (GDF)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68574"/>
            <a:ext cx="5177582" cy="2933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339" y="1587847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Fixed Header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1951062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MNE reads the binary header to extract sampling frequency (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250 Hz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and channel count (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 channels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mapping raw streams to memory-resident NumPy arrays.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339" y="3226891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Table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3590106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at the data stream's end, this table holds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offsets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(when)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codes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(what) — the ground-truth anchors for epoch extraction.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55799" cy="107603"/>
          </a:xfrm>
          <a:prstGeom prst="roundRect">
            <a:avLst>
              <a:gd name="adj" fmla="val 2213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928018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Continuous Data to 3D Epoch Tensors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786185"/>
            <a:ext cx="7272486" cy="3974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94731" y="2648244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Mapping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49912" y="2622388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Window Slicing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71232" y="2630667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Tensor Assembly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800005"/>
            <a:ext cx="8151763" cy="1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script performs explicit event-code remapping, slices 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4-second window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(tmin=0.0 to tmax=4.0s) at each event offset — yielding exactly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1,001 time samples per trial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250 Hz — and assembles the result into a 3D tensor of shape 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(Trials, 25, 1001)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48965" cy="107603"/>
          </a:xfrm>
          <a:prstGeom prst="roundRect">
            <a:avLst>
              <a:gd name="adj" fmla="val 2213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021184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Scikit-Learn Pipeline: CSP + SVM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86099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1 — CSP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632249"/>
            <a:ext cx="3989412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Computes spatial covariance matrices and projects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 channels → 6 virtual components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n_components=6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by maximizing inter-class variance, outputting flat log-variance feature vectors.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842543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2 — SVM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63232" y="2988692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6-D vectors, applies an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RBF kernel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higher-dimensional projection, and computes 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hyperplane decision boundary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separate motor imagery classes.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7881"/>
            <a:ext cx="770037" cy="198462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74477" y="467023"/>
            <a:ext cx="1070521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74489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Stratified Validation and Inference Testing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9907"/>
            <a:ext cx="5187032" cy="29392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6703" y="1384027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Invisible Wall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6703" y="1708621"/>
            <a:ext cx="2645866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stratified 80/20 split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isolates 20% of trials. Stratification guarantees identical class ratios in both sets, preventing evaluation bias.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6703" y="2632472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Inference Pipeline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06703" y="2957066"/>
            <a:ext cx="264586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trials pass through the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fitted CSP filters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are scored against the SVM boundary to generate predicted labels.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06703" y="3680073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06703" y="4004667"/>
            <a:ext cx="264586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is computed by matching predictions against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header-extracted ground truth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external labels.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17388"/>
            <a:ext cx="1262211" cy="215354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459879"/>
            <a:ext cx="154930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ROS2 INTEGRATION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68944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Prediction &amp; Command Stream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3925119" y="1788021"/>
            <a:ext cx="2290465" cy="1738387"/>
          </a:xfrm>
          <a:prstGeom prst="roundRect">
            <a:avLst>
              <a:gd name="adj" fmla="val 342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71640" y="1934542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Simulation Loop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71640" y="2241054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3-second timer callback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steps through trial matrices, simulating live BCI inference cadence.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7342" y="1788021"/>
            <a:ext cx="2290539" cy="1738387"/>
          </a:xfrm>
          <a:prstGeom prst="roundRect">
            <a:avLst>
              <a:gd name="adj" fmla="val 342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03863" y="1934542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Confidence Gate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03863" y="2241054"/>
            <a:ext cx="1997497" cy="1138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predict_proba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extracts confidence scores. Trials below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0.70 threshold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rejected to suppress false actuation.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668167"/>
            <a:ext cx="4722763" cy="1057945"/>
          </a:xfrm>
          <a:prstGeom prst="roundRect">
            <a:avLst>
              <a:gd name="adj" fmla="val 562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71640" y="3814688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Command Publishing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71640" y="4121200"/>
            <a:ext cx="4429720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Mapped predictions convert to layout-safe strings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LEFT, RIGHT, FORWARD, HOME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published onto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/eeg_command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1115"/>
            <a:ext cx="676498" cy="195114"/>
          </a:xfrm>
          <a:prstGeom prst="roundRect">
            <a:avLst>
              <a:gd name="adj" fmla="val 22125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73137" y="509587"/>
            <a:ext cx="979661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12738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Decoupling and Actuating Physical Poses in Gazebo</a:t>
            </a:r>
            <a:endParaRPr lang="en-US" sz="2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0382"/>
            <a:ext cx="5188893" cy="29403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3206" y="1405161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Async Subscription &amp; Cooldown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3206" y="1722239"/>
            <a:ext cx="2649364" cy="592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Subscribes to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/eeg_command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drops duplicates, and enforces a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2.5-second execution cooldown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mechanical safety.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3206" y="2431182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Configuration Dictionary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03206" y="2748260"/>
            <a:ext cx="264936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 tokens map to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6-element joint vectors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containing exact radian positions for all 6 DOF of the UR5e.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03206" y="3452440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 Client Execution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03206" y="3769519"/>
            <a:ext cx="2649364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Dispatches a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3-second trajectory point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FollowJointTrajectory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Action Server to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/joint_trajectory_controller/follow_joint_trajectory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1269"/>
            <a:ext cx="887239" cy="110951"/>
          </a:xfrm>
          <a:prstGeom prst="roundRect">
            <a:avLst>
              <a:gd name="adj" fmla="val 22137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39948" y="413147"/>
            <a:ext cx="1256779" cy="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LOW-LEVEL ARCHITECTURE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517252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Internal Hardware Abstraction &amp; Physics Execution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02184"/>
            <a:ext cx="8151763" cy="373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67310" y="1206016"/>
            <a:ext cx="1987578" cy="450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Dynamics Engine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67310" y="1720943"/>
            <a:ext cx="1987578" cy="27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ODE computes torques, friction, and dynamics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8908" y="2363850"/>
            <a:ext cx="1827290" cy="450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gazebo_ros2_control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8908" y="2878777"/>
            <a:ext cx="1827290" cy="409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hardware bridge between ROS2 and simulator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67310" y="3178066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ros2_control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67310" y="3467587"/>
            <a:ext cx="1987578" cy="27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Interpolates 3s goals to 1ms quintic steps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4575125"/>
            <a:ext cx="815176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ros2_control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framework interpolates goals into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ms step commands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quintic polynomials. The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gazebo_ros2_control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plugin bridges ROS2 to the simulator, while the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Dynamics Engine (ODE)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computes real-world torque, friction, and rigid-body dynamics to actuate the UR5e model.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2026-07-09T10:02:09Z</dcterms:created>
  <dcterms:modified xsi:type="dcterms:W3CDTF">2026-07-09T10:02:09Z</dcterms:modified>
</cp:coreProperties>
</file>